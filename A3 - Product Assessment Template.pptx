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56" r:id="rId4"/>
  </p:sldMasterIdLst>
  <p:notesMasterIdLst>
    <p:notesMasterId r:id="rId19"/>
  </p:notesMasterIdLst>
  <p:sldIdLst>
    <p:sldId id="440" r:id="rId5"/>
    <p:sldId id="443" r:id="rId6"/>
    <p:sldId id="457" r:id="rId7"/>
    <p:sldId id="458" r:id="rId8"/>
    <p:sldId id="447" r:id="rId9"/>
    <p:sldId id="445" r:id="rId10"/>
    <p:sldId id="449" r:id="rId11"/>
    <p:sldId id="435" r:id="rId12"/>
    <p:sldId id="446" r:id="rId13"/>
    <p:sldId id="459" r:id="rId14"/>
    <p:sldId id="460" r:id="rId15"/>
    <p:sldId id="456" r:id="rId16"/>
    <p:sldId id="434" r:id="rId17"/>
    <p:sldId id="276" r:id="rId18"/>
  </p:sldIdLst>
  <p:sldSz cx="24382413" cy="13716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Gill Sans MT" panose="020B0604020202020204" charset="0"/>
      <p:regular r:id="rId24"/>
      <p:bold r:id="rId25"/>
      <p:italic r:id="rId26"/>
      <p:boldItalic r:id="rId27"/>
    </p:embeddedFont>
    <p:embeddedFont>
      <p:font typeface="Helvetica Neue" panose="020B060402020202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3DD9E-0F6C-47B6-B372-67FCBAED2A42}" v="394" dt="2021-05-16T09:13:14.771"/>
    <p1510:client id="{05628B44-632A-42AE-8658-8F4DA9647CCE}" v="1900" vWet="1902" dt="2021-05-16T10:29:52.465"/>
    <p1510:client id="{10BF341E-9C6C-4B41-B361-83A175814BFE}" v="450" dt="2021-05-15T19:09:01.892"/>
    <p1510:client id="{178F87B7-302E-4631-8D16-987CF7EB779F}" v="1359" dt="2021-05-16T09:06:15.694"/>
    <p1510:client id="{403C9359-B48B-4353-9AA6-8C2EC5CE97FE}" v="1328" dt="2021-05-16T07:28:22.516"/>
    <p1510:client id="{495785B7-9FE7-4517-A6D0-7005967FFD1E}" v="83" dt="2021-05-16T10:50:58.895"/>
    <p1510:client id="{5AE6FD5E-924A-4A88-A73E-C6EBE0D83A0F}" v="4533" dt="2021-05-16T13:31:12.430"/>
    <p1510:client id="{BD51B1E8-3D6F-4CD9-BE65-8EDA726FB4BD}" v="11" dt="2021-05-16T11:46:16.570"/>
    <p1510:client id="{C06419E4-128C-48B3-AD73-2FB06C68F434}" v="1" dt="2021-05-16T02:24:41.641"/>
    <p1510:client id="{C5616517-219E-4BFA-8EC7-0E9BDF56A79F}" v="538" dt="2021-05-16T13:28:52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Mouny Heng" userId="S::12591982@student.uts.edu.au::654acee6-e796-49c1-b681-73dcab6dffbb" providerId="AD" clId="Web-{41CAB7EF-FA4E-4462-82C3-00B2217FE41E}"/>
    <pc:docChg chg="modSld">
      <pc:chgData name="McMouny Heng" userId="S::12591982@student.uts.edu.au::654acee6-e796-49c1-b681-73dcab6dffbb" providerId="AD" clId="Web-{41CAB7EF-FA4E-4462-82C3-00B2217FE41E}" dt="2021-05-15T05:57:17.176" v="270" actId="20577"/>
      <pc:docMkLst>
        <pc:docMk/>
      </pc:docMkLst>
      <pc:sldChg chg="addSp modSp">
        <pc:chgData name="McMouny Heng" userId="S::12591982@student.uts.edu.au::654acee6-e796-49c1-b681-73dcab6dffbb" providerId="AD" clId="Web-{41CAB7EF-FA4E-4462-82C3-00B2217FE41E}" dt="2021-05-15T05:57:17.176" v="270" actId="20577"/>
        <pc:sldMkLst>
          <pc:docMk/>
          <pc:sldMk cId="460939572" sldId="456"/>
        </pc:sldMkLst>
        <pc:spChg chg="mod">
          <ac:chgData name="McMouny Heng" userId="S::12591982@student.uts.edu.au::654acee6-e796-49c1-b681-73dcab6dffbb" providerId="AD" clId="Web-{41CAB7EF-FA4E-4462-82C3-00B2217FE41E}" dt="2021-05-15T05:54:43.829" v="260" actId="20577"/>
          <ac:spMkLst>
            <pc:docMk/>
            <pc:sldMk cId="460939572" sldId="456"/>
            <ac:spMk id="4" creationId="{15893707-A1E9-5244-A734-93631D595068}"/>
          </ac:spMkLst>
        </pc:spChg>
        <pc:spChg chg="add mod">
          <ac:chgData name="McMouny Heng" userId="S::12591982@student.uts.edu.au::654acee6-e796-49c1-b681-73dcab6dffbb" providerId="AD" clId="Web-{41CAB7EF-FA4E-4462-82C3-00B2217FE41E}" dt="2021-05-15T05:57:17.176" v="270" actId="20577"/>
          <ac:spMkLst>
            <pc:docMk/>
            <pc:sldMk cId="460939572" sldId="456"/>
            <ac:spMk id="5" creationId="{3F4E2F8F-A064-4AD4-946C-DDD354D48CE8}"/>
          </ac:spMkLst>
        </pc:spChg>
        <pc:spChg chg="add mod">
          <ac:chgData name="McMouny Heng" userId="S::12591982@student.uts.edu.au::654acee6-e796-49c1-b681-73dcab6dffbb" providerId="AD" clId="Web-{41CAB7EF-FA4E-4462-82C3-00B2217FE41E}" dt="2021-05-15T05:53:46.640" v="225" actId="20577"/>
          <ac:spMkLst>
            <pc:docMk/>
            <pc:sldMk cId="460939572" sldId="456"/>
            <ac:spMk id="6" creationId="{23E6EEE8-0AA2-4F67-80DB-5F34BC9DFD7F}"/>
          </ac:spMkLst>
        </pc:spChg>
      </pc:sldChg>
    </pc:docChg>
  </pc:docChgLst>
  <pc:docChgLst>
    <pc:chgData name="Tanmay Munigala" userId="dff4a7d6-a0a7-442f-98ac-46a9fd5bc68a" providerId="ADAL" clId="{5AE6FD5E-924A-4A88-A73E-C6EBE0D83A0F}"/>
    <pc:docChg chg="undo redo custSel addSld delSld modSld modMainMaster">
      <pc:chgData name="Tanmay Munigala" userId="dff4a7d6-a0a7-442f-98ac-46a9fd5bc68a" providerId="ADAL" clId="{5AE6FD5E-924A-4A88-A73E-C6EBE0D83A0F}" dt="2021-05-16T13:31:12.430" v="4501" actId="47"/>
      <pc:docMkLst>
        <pc:docMk/>
      </pc:docMkLst>
      <pc:sldChg chg="addSp delSp modSp mod setBg">
        <pc:chgData name="Tanmay Munigala" userId="dff4a7d6-a0a7-442f-98ac-46a9fd5bc68a" providerId="ADAL" clId="{5AE6FD5E-924A-4A88-A73E-C6EBE0D83A0F}" dt="2021-05-16T11:45:12.682" v="4499" actId="26606"/>
        <pc:sldMkLst>
          <pc:docMk/>
          <pc:sldMk cId="61927734" sldId="276"/>
        </pc:sldMkLst>
        <pc:spChg chg="mod">
          <ac:chgData name="Tanmay Munigala" userId="dff4a7d6-a0a7-442f-98ac-46a9fd5bc68a" providerId="ADAL" clId="{5AE6FD5E-924A-4A88-A73E-C6EBE0D83A0F}" dt="2021-05-16T11:45:12.682" v="4499" actId="26606"/>
          <ac:spMkLst>
            <pc:docMk/>
            <pc:sldMk cId="61927734" sldId="276"/>
            <ac:spMk id="2" creationId="{00000000-0000-0000-0000-000000000000}"/>
          </ac:spMkLst>
        </pc:spChg>
        <pc:spChg chg="add del">
          <ac:chgData name="Tanmay Munigala" userId="dff4a7d6-a0a7-442f-98ac-46a9fd5bc68a" providerId="ADAL" clId="{5AE6FD5E-924A-4A88-A73E-C6EBE0D83A0F}" dt="2021-05-16T11:45:12.682" v="4499" actId="26606"/>
          <ac:spMkLst>
            <pc:docMk/>
            <pc:sldMk cId="61927734" sldId="276"/>
            <ac:spMk id="9" creationId="{0CABCAE3-64FC-4149-819F-2C1812824154}"/>
          </ac:spMkLst>
        </pc:spChg>
        <pc:spChg chg="add del">
          <ac:chgData name="Tanmay Munigala" userId="dff4a7d6-a0a7-442f-98ac-46a9fd5bc68a" providerId="ADAL" clId="{5AE6FD5E-924A-4A88-A73E-C6EBE0D83A0F}" dt="2021-05-16T11:05:19.134" v="3164" actId="22"/>
          <ac:spMkLst>
            <pc:docMk/>
            <pc:sldMk cId="61927734" sldId="276"/>
            <ac:spMk id="14" creationId="{E89BB0D9-8A53-460B-8300-7C56A7849724}"/>
          </ac:spMkLst>
        </pc:spChg>
        <pc:spChg chg="add del">
          <ac:chgData name="Tanmay Munigala" userId="dff4a7d6-a0a7-442f-98ac-46a9fd5bc68a" providerId="ADAL" clId="{5AE6FD5E-924A-4A88-A73E-C6EBE0D83A0F}" dt="2021-05-16T11:45:12.682" v="4499" actId="26606"/>
          <ac:spMkLst>
            <pc:docMk/>
            <pc:sldMk cId="61927734" sldId="276"/>
            <ac:spMk id="17" creationId="{D0712110-0BC1-4B31-B3BB-63B44222E87F}"/>
          </ac:spMkLst>
        </pc:spChg>
        <pc:spChg chg="add del">
          <ac:chgData name="Tanmay Munigala" userId="dff4a7d6-a0a7-442f-98ac-46a9fd5bc68a" providerId="ADAL" clId="{5AE6FD5E-924A-4A88-A73E-C6EBE0D83A0F}" dt="2021-05-16T11:45:12.682" v="4499" actId="26606"/>
          <ac:spMkLst>
            <pc:docMk/>
            <pc:sldMk cId="61927734" sldId="276"/>
            <ac:spMk id="19" creationId="{4466B5F3-C053-4580-B04A-1EF949888280}"/>
          </ac:spMkLst>
        </pc:spChg>
        <pc:spChg chg="add">
          <ac:chgData name="Tanmay Munigala" userId="dff4a7d6-a0a7-442f-98ac-46a9fd5bc68a" providerId="ADAL" clId="{5AE6FD5E-924A-4A88-A73E-C6EBE0D83A0F}" dt="2021-05-16T11:45:12.682" v="4499" actId="26606"/>
          <ac:spMkLst>
            <pc:docMk/>
            <pc:sldMk cId="61927734" sldId="276"/>
            <ac:spMk id="30" creationId="{0CABCAE3-64FC-4149-819F-2C1812824154}"/>
          </ac:spMkLst>
        </pc:spChg>
        <pc:spChg chg="add">
          <ac:chgData name="Tanmay Munigala" userId="dff4a7d6-a0a7-442f-98ac-46a9fd5bc68a" providerId="ADAL" clId="{5AE6FD5E-924A-4A88-A73E-C6EBE0D83A0F}" dt="2021-05-16T11:45:12.682" v="4499" actId="26606"/>
          <ac:spMkLst>
            <pc:docMk/>
            <pc:sldMk cId="61927734" sldId="276"/>
            <ac:spMk id="38" creationId="{8BC298DB-2D5C-40A1-9A78-6B4A12198A9B}"/>
          </ac:spMkLst>
        </pc:spChg>
        <pc:spChg chg="add">
          <ac:chgData name="Tanmay Munigala" userId="dff4a7d6-a0a7-442f-98ac-46a9fd5bc68a" providerId="ADAL" clId="{5AE6FD5E-924A-4A88-A73E-C6EBE0D83A0F}" dt="2021-05-16T11:45:12.682" v="4499" actId="26606"/>
          <ac:spMkLst>
            <pc:docMk/>
            <pc:sldMk cId="61927734" sldId="276"/>
            <ac:spMk id="40" creationId="{35C2355B-7CE9-4192-9142-A41CA0A0C08B}"/>
          </ac:spMkLst>
        </pc:spChg>
        <pc:picChg chg="add del mod">
          <ac:chgData name="Tanmay Munigala" userId="dff4a7d6-a0a7-442f-98ac-46a9fd5bc68a" providerId="ADAL" clId="{5AE6FD5E-924A-4A88-A73E-C6EBE0D83A0F}" dt="2021-05-16T11:45:12.682" v="4499" actId="26606"/>
          <ac:picMkLst>
            <pc:docMk/>
            <pc:sldMk cId="61927734" sldId="276"/>
            <ac:picMk id="6" creationId="{E325DCFB-4FA4-4F1B-A620-A53D727C0D7B}"/>
          </ac:picMkLst>
        </pc:picChg>
        <pc:picChg chg="add del">
          <ac:chgData name="Tanmay Munigala" userId="dff4a7d6-a0a7-442f-98ac-46a9fd5bc68a" providerId="ADAL" clId="{5AE6FD5E-924A-4A88-A73E-C6EBE0D83A0F}" dt="2021-05-16T11:45:12.682" v="4499" actId="26606"/>
          <ac:picMkLst>
            <pc:docMk/>
            <pc:sldMk cId="61927734" sldId="276"/>
            <ac:picMk id="11" creationId="{012FDCFE-9AD2-4D8A-8CBF-B3AA37EBF6DD}"/>
          </ac:picMkLst>
        </pc:picChg>
        <pc:picChg chg="add del">
          <ac:chgData name="Tanmay Munigala" userId="dff4a7d6-a0a7-442f-98ac-46a9fd5bc68a" providerId="ADAL" clId="{5AE6FD5E-924A-4A88-A73E-C6EBE0D83A0F}" dt="2021-05-16T11:45:12.682" v="4499" actId="26606"/>
          <ac:picMkLst>
            <pc:docMk/>
            <pc:sldMk cId="61927734" sldId="276"/>
            <ac:picMk id="23" creationId="{25CED634-E2D0-4AB7-96DD-816C9B52C5CF}"/>
          </ac:picMkLst>
        </pc:picChg>
        <pc:picChg chg="add">
          <ac:chgData name="Tanmay Munigala" userId="dff4a7d6-a0a7-442f-98ac-46a9fd5bc68a" providerId="ADAL" clId="{5AE6FD5E-924A-4A88-A73E-C6EBE0D83A0F}" dt="2021-05-16T11:45:12.682" v="4499" actId="26606"/>
          <ac:picMkLst>
            <pc:docMk/>
            <pc:sldMk cId="61927734" sldId="276"/>
            <ac:picMk id="32" creationId="{012FDCFE-9AD2-4D8A-8CBF-B3AA37EBF6DD}"/>
          </ac:picMkLst>
        </pc:picChg>
        <pc:picChg chg="add">
          <ac:chgData name="Tanmay Munigala" userId="dff4a7d6-a0a7-442f-98ac-46a9fd5bc68a" providerId="ADAL" clId="{5AE6FD5E-924A-4A88-A73E-C6EBE0D83A0F}" dt="2021-05-16T11:45:12.682" v="4499" actId="26606"/>
          <ac:picMkLst>
            <pc:docMk/>
            <pc:sldMk cId="61927734" sldId="276"/>
            <ac:picMk id="44" creationId="{45CE2E7C-6AA3-4710-825D-4CDDF788C7BC}"/>
          </ac:picMkLst>
        </pc:picChg>
        <pc:cxnChg chg="add del">
          <ac:chgData name="Tanmay Munigala" userId="dff4a7d6-a0a7-442f-98ac-46a9fd5bc68a" providerId="ADAL" clId="{5AE6FD5E-924A-4A88-A73E-C6EBE0D83A0F}" dt="2021-05-16T11:45:12.682" v="4499" actId="26606"/>
          <ac:cxnSpMkLst>
            <pc:docMk/>
            <pc:sldMk cId="61927734" sldId="276"/>
            <ac:cxnSpMk id="13" creationId="{FBD463FC-4CA8-4FF4-85A3-AF9F4B98D210}"/>
          </ac:cxnSpMkLst>
        </pc:cxnChg>
        <pc:cxnChg chg="add del">
          <ac:chgData name="Tanmay Munigala" userId="dff4a7d6-a0a7-442f-98ac-46a9fd5bc68a" providerId="ADAL" clId="{5AE6FD5E-924A-4A88-A73E-C6EBE0D83A0F}" dt="2021-05-16T11:45:12.682" v="4499" actId="26606"/>
          <ac:cxnSpMkLst>
            <pc:docMk/>
            <pc:sldMk cId="61927734" sldId="276"/>
            <ac:cxnSpMk id="15" creationId="{BECF35C3-8B44-4F4B-BD25-4C01823DB22A}"/>
          </ac:cxnSpMkLst>
        </pc:cxnChg>
        <pc:cxnChg chg="add del">
          <ac:chgData name="Tanmay Munigala" userId="dff4a7d6-a0a7-442f-98ac-46a9fd5bc68a" providerId="ADAL" clId="{5AE6FD5E-924A-4A88-A73E-C6EBE0D83A0F}" dt="2021-05-16T11:45:12.682" v="4499" actId="26606"/>
          <ac:cxnSpMkLst>
            <pc:docMk/>
            <pc:sldMk cId="61927734" sldId="276"/>
            <ac:cxnSpMk id="21" creationId="{FA6123F2-4B61-414F-A7E5-5B7828EACAE2}"/>
          </ac:cxnSpMkLst>
        </pc:cxnChg>
        <pc:cxnChg chg="add del">
          <ac:chgData name="Tanmay Munigala" userId="dff4a7d6-a0a7-442f-98ac-46a9fd5bc68a" providerId="ADAL" clId="{5AE6FD5E-924A-4A88-A73E-C6EBE0D83A0F}" dt="2021-05-16T11:45:12.682" v="4499" actId="26606"/>
          <ac:cxnSpMkLst>
            <pc:docMk/>
            <pc:sldMk cId="61927734" sldId="276"/>
            <ac:cxnSpMk id="25" creationId="{FCDDCDFB-696D-4FDF-9B58-24F71B7C37BC}"/>
          </ac:cxnSpMkLst>
        </pc:cxnChg>
        <pc:cxnChg chg="add">
          <ac:chgData name="Tanmay Munigala" userId="dff4a7d6-a0a7-442f-98ac-46a9fd5bc68a" providerId="ADAL" clId="{5AE6FD5E-924A-4A88-A73E-C6EBE0D83A0F}" dt="2021-05-16T11:45:12.682" v="4499" actId="26606"/>
          <ac:cxnSpMkLst>
            <pc:docMk/>
            <pc:sldMk cId="61927734" sldId="276"/>
            <ac:cxnSpMk id="34" creationId="{FBD463FC-4CA8-4FF4-85A3-AF9F4B98D210}"/>
          </ac:cxnSpMkLst>
        </pc:cxnChg>
        <pc:cxnChg chg="add">
          <ac:chgData name="Tanmay Munigala" userId="dff4a7d6-a0a7-442f-98ac-46a9fd5bc68a" providerId="ADAL" clId="{5AE6FD5E-924A-4A88-A73E-C6EBE0D83A0F}" dt="2021-05-16T11:45:12.682" v="4499" actId="26606"/>
          <ac:cxnSpMkLst>
            <pc:docMk/>
            <pc:sldMk cId="61927734" sldId="276"/>
            <ac:cxnSpMk id="36" creationId="{BECF35C3-8B44-4F4B-BD25-4C01823DB22A}"/>
          </ac:cxnSpMkLst>
        </pc:cxnChg>
        <pc:cxnChg chg="add">
          <ac:chgData name="Tanmay Munigala" userId="dff4a7d6-a0a7-442f-98ac-46a9fd5bc68a" providerId="ADAL" clId="{5AE6FD5E-924A-4A88-A73E-C6EBE0D83A0F}" dt="2021-05-16T11:45:12.682" v="4499" actId="26606"/>
          <ac:cxnSpMkLst>
            <pc:docMk/>
            <pc:sldMk cId="61927734" sldId="276"/>
            <ac:cxnSpMk id="42" creationId="{06D05ED8-39E4-42F8-92CB-704C2BD0D215}"/>
          </ac:cxnSpMkLst>
        </pc:cxnChg>
        <pc:cxnChg chg="add">
          <ac:chgData name="Tanmay Munigala" userId="dff4a7d6-a0a7-442f-98ac-46a9fd5bc68a" providerId="ADAL" clId="{5AE6FD5E-924A-4A88-A73E-C6EBE0D83A0F}" dt="2021-05-16T11:45:12.682" v="4499" actId="26606"/>
          <ac:cxnSpMkLst>
            <pc:docMk/>
            <pc:sldMk cId="61927734" sldId="276"/>
            <ac:cxnSpMk id="46" creationId="{3256C6C3-0EDC-4651-AB37-9F26CFAA6C86}"/>
          </ac:cxnSpMkLst>
        </pc:cxnChg>
      </pc:sldChg>
      <pc:sldChg chg="addSp delSp modSp mod modClrScheme chgLayout">
        <pc:chgData name="Tanmay Munigala" userId="dff4a7d6-a0a7-442f-98ac-46a9fd5bc68a" providerId="ADAL" clId="{5AE6FD5E-924A-4A88-A73E-C6EBE0D83A0F}" dt="2021-05-16T11:43:03.534" v="4495" actId="20577"/>
        <pc:sldMkLst>
          <pc:docMk/>
          <pc:sldMk cId="4133578463" sldId="434"/>
        </pc:sldMkLst>
        <pc:spChg chg="mod ord">
          <ac:chgData name="Tanmay Munigala" userId="dff4a7d6-a0a7-442f-98ac-46a9fd5bc68a" providerId="ADAL" clId="{5AE6FD5E-924A-4A88-A73E-C6EBE0D83A0F}" dt="2021-05-16T10:53:09.519" v="2657" actId="700"/>
          <ac:spMkLst>
            <pc:docMk/>
            <pc:sldMk cId="4133578463" sldId="434"/>
            <ac:spMk id="2" creationId="{00000000-0000-0000-0000-000000000000}"/>
          </ac:spMkLst>
        </pc:spChg>
        <pc:spChg chg="mod">
          <ac:chgData name="Tanmay Munigala" userId="dff4a7d6-a0a7-442f-98ac-46a9fd5bc68a" providerId="ADAL" clId="{5AE6FD5E-924A-4A88-A73E-C6EBE0D83A0F}" dt="2021-05-16T11:18:08.068" v="3459" actId="255"/>
          <ac:spMkLst>
            <pc:docMk/>
            <pc:sldMk cId="4133578463" sldId="434"/>
            <ac:spMk id="3" creationId="{5DE452CB-619C-432F-BBF0-CB18CB93013A}"/>
          </ac:spMkLst>
        </pc:spChg>
        <pc:spChg chg="mod">
          <ac:chgData name="Tanmay Munigala" userId="dff4a7d6-a0a7-442f-98ac-46a9fd5bc68a" providerId="ADAL" clId="{5AE6FD5E-924A-4A88-A73E-C6EBE0D83A0F}" dt="2021-05-16T11:43:03.534" v="4495" actId="20577"/>
          <ac:spMkLst>
            <pc:docMk/>
            <pc:sldMk cId="4133578463" sldId="434"/>
            <ac:spMk id="4" creationId="{15893707-A1E9-5244-A734-93631D595068}"/>
          </ac:spMkLst>
        </pc:spChg>
        <pc:spChg chg="mod">
          <ac:chgData name="Tanmay Munigala" userId="dff4a7d6-a0a7-442f-98ac-46a9fd5bc68a" providerId="ADAL" clId="{5AE6FD5E-924A-4A88-A73E-C6EBE0D83A0F}" dt="2021-05-16T11:18:13.258" v="3460" actId="255"/>
          <ac:spMkLst>
            <pc:docMk/>
            <pc:sldMk cId="4133578463" sldId="434"/>
            <ac:spMk id="5" creationId="{52BDF9D4-2281-4B70-A0B0-0DC4C4D99F79}"/>
          </ac:spMkLst>
        </pc:spChg>
        <pc:spChg chg="add del mod ord">
          <ac:chgData name="Tanmay Munigala" userId="dff4a7d6-a0a7-442f-98ac-46a9fd5bc68a" providerId="ADAL" clId="{5AE6FD5E-924A-4A88-A73E-C6EBE0D83A0F}" dt="2021-05-16T10:53:16.450" v="2659" actId="478"/>
          <ac:spMkLst>
            <pc:docMk/>
            <pc:sldMk cId="4133578463" sldId="434"/>
            <ac:spMk id="6" creationId="{6E6C1E92-6F6A-4FAC-96E7-81D96FED3B9B}"/>
          </ac:spMkLst>
        </pc:spChg>
      </pc:sldChg>
      <pc:sldChg chg="addSp delSp modSp mod setBg modClrScheme addAnim chgLayout">
        <pc:chgData name="Tanmay Munigala" userId="dff4a7d6-a0a7-442f-98ac-46a9fd5bc68a" providerId="ADAL" clId="{5AE6FD5E-924A-4A88-A73E-C6EBE0D83A0F}" dt="2021-05-16T11:19:49.345" v="3520" actId="20577"/>
        <pc:sldMkLst>
          <pc:docMk/>
          <pc:sldMk cId="4108184696" sldId="435"/>
        </pc:sldMkLst>
        <pc:spChg chg="mod ord">
          <ac:chgData name="Tanmay Munigala" userId="dff4a7d6-a0a7-442f-98ac-46a9fd5bc68a" providerId="ADAL" clId="{5AE6FD5E-924A-4A88-A73E-C6EBE0D83A0F}" dt="2021-05-16T11:19:49.345" v="3520" actId="20577"/>
          <ac:spMkLst>
            <pc:docMk/>
            <pc:sldMk cId="4108184696" sldId="435"/>
            <ac:spMk id="2" creationId="{00000000-0000-0000-0000-000000000000}"/>
          </ac:spMkLst>
        </pc:spChg>
        <pc:spChg chg="del mod">
          <ac:chgData name="Tanmay Munigala" userId="dff4a7d6-a0a7-442f-98ac-46a9fd5bc68a" providerId="ADAL" clId="{5AE6FD5E-924A-4A88-A73E-C6EBE0D83A0F}" dt="2021-05-16T10:20:30.500" v="1569" actId="478"/>
          <ac:spMkLst>
            <pc:docMk/>
            <pc:sldMk cId="4108184696" sldId="435"/>
            <ac:spMk id="3" creationId="{E270589A-6706-5144-BCD3-12E2CD443333}"/>
          </ac:spMkLst>
        </pc:spChg>
        <pc:spChg chg="del">
          <ac:chgData name="Tanmay Munigala" userId="dff4a7d6-a0a7-442f-98ac-46a9fd5bc68a" providerId="ADAL" clId="{5AE6FD5E-924A-4A88-A73E-C6EBE0D83A0F}" dt="2021-05-16T09:52:14.208" v="1534" actId="478"/>
          <ac:spMkLst>
            <pc:docMk/>
            <pc:sldMk cId="4108184696" sldId="435"/>
            <ac:spMk id="5" creationId="{64FD6766-729D-1A43-8B49-A4DB86687745}"/>
          </ac:spMkLst>
        </pc:spChg>
        <pc:spChg chg="del mod">
          <ac:chgData name="Tanmay Munigala" userId="dff4a7d6-a0a7-442f-98ac-46a9fd5bc68a" providerId="ADAL" clId="{5AE6FD5E-924A-4A88-A73E-C6EBE0D83A0F}" dt="2021-05-16T09:52:12.169" v="1533" actId="478"/>
          <ac:spMkLst>
            <pc:docMk/>
            <pc:sldMk cId="4108184696" sldId="435"/>
            <ac:spMk id="7" creationId="{71378DF6-9351-6445-8865-85879531C30A}"/>
          </ac:spMkLst>
        </pc:spChg>
        <pc:spChg chg="add">
          <ac:chgData name="Tanmay Munigala" userId="dff4a7d6-a0a7-442f-98ac-46a9fd5bc68a" providerId="ADAL" clId="{5AE6FD5E-924A-4A88-A73E-C6EBE0D83A0F}" dt="2021-05-16T10:55:27.219" v="2684" actId="26606"/>
          <ac:spMkLst>
            <pc:docMk/>
            <pc:sldMk cId="4108184696" sldId="435"/>
            <ac:spMk id="14" creationId="{1CE580D1-F917-4567-AFB4-99AA9B52ADF0}"/>
          </ac:spMkLst>
        </pc:spChg>
        <pc:spChg chg="add">
          <ac:chgData name="Tanmay Munigala" userId="dff4a7d6-a0a7-442f-98ac-46a9fd5bc68a" providerId="ADAL" clId="{5AE6FD5E-924A-4A88-A73E-C6EBE0D83A0F}" dt="2021-05-16T10:55:27.219" v="2684" actId="26606"/>
          <ac:spMkLst>
            <pc:docMk/>
            <pc:sldMk cId="4108184696" sldId="435"/>
            <ac:spMk id="22" creationId="{EC17D08F-2133-44A9-B28C-CB29928FA8D9}"/>
          </ac:spMkLst>
        </pc:spChg>
        <pc:spChg chg="add">
          <ac:chgData name="Tanmay Munigala" userId="dff4a7d6-a0a7-442f-98ac-46a9fd5bc68a" providerId="ADAL" clId="{5AE6FD5E-924A-4A88-A73E-C6EBE0D83A0F}" dt="2021-05-16T10:55:27.219" v="2684" actId="26606"/>
          <ac:spMkLst>
            <pc:docMk/>
            <pc:sldMk cId="4108184696" sldId="435"/>
            <ac:spMk id="24" creationId="{0CC36881-E309-4C41-8B5B-203AADC15FF6}"/>
          </ac:spMkLst>
        </pc:spChg>
        <pc:grpChg chg="add">
          <ac:chgData name="Tanmay Munigala" userId="dff4a7d6-a0a7-442f-98ac-46a9fd5bc68a" providerId="ADAL" clId="{5AE6FD5E-924A-4A88-A73E-C6EBE0D83A0F}" dt="2021-05-16T10:55:27.219" v="2684" actId="26606"/>
          <ac:grpSpMkLst>
            <pc:docMk/>
            <pc:sldMk cId="4108184696" sldId="435"/>
            <ac:grpSpMk id="28" creationId="{AED92372-F778-4E96-9E90-4E63BAF3CAD3}"/>
          </ac:grpSpMkLst>
        </pc:grpChg>
        <pc:picChg chg="del">
          <ac:chgData name="Tanmay Munigala" userId="dff4a7d6-a0a7-442f-98ac-46a9fd5bc68a" providerId="ADAL" clId="{5AE6FD5E-924A-4A88-A73E-C6EBE0D83A0F}" dt="2021-05-16T09:52:07.286" v="1530" actId="478"/>
          <ac:picMkLst>
            <pc:docMk/>
            <pc:sldMk cId="4108184696" sldId="435"/>
            <ac:picMk id="4" creationId="{D245220C-DAFC-DB41-98AA-10F5A36D8C5F}"/>
          </ac:picMkLst>
        </pc:picChg>
        <pc:picChg chg="del">
          <ac:chgData name="Tanmay Munigala" userId="dff4a7d6-a0a7-442f-98ac-46a9fd5bc68a" providerId="ADAL" clId="{5AE6FD5E-924A-4A88-A73E-C6EBE0D83A0F}" dt="2021-05-16T09:52:08.864" v="1531" actId="478"/>
          <ac:picMkLst>
            <pc:docMk/>
            <pc:sldMk cId="4108184696" sldId="435"/>
            <ac:picMk id="8" creationId="{3C99B716-C316-4644-AA7E-C86F153240DC}"/>
          </ac:picMkLst>
        </pc:picChg>
        <pc:picChg chg="add mod">
          <ac:chgData name="Tanmay Munigala" userId="dff4a7d6-a0a7-442f-98ac-46a9fd5bc68a" providerId="ADAL" clId="{5AE6FD5E-924A-4A88-A73E-C6EBE0D83A0F}" dt="2021-05-16T11:13:33.378" v="3304" actId="14100"/>
          <ac:picMkLst>
            <pc:docMk/>
            <pc:sldMk cId="4108184696" sldId="435"/>
            <ac:picMk id="9" creationId="{897449D0-E212-45B4-A3F8-2B685C747389}"/>
          </ac:picMkLst>
        </pc:picChg>
        <pc:picChg chg="add">
          <ac:chgData name="Tanmay Munigala" userId="dff4a7d6-a0a7-442f-98ac-46a9fd5bc68a" providerId="ADAL" clId="{5AE6FD5E-924A-4A88-A73E-C6EBE0D83A0F}" dt="2021-05-16T10:55:27.219" v="2684" actId="26606"/>
          <ac:picMkLst>
            <pc:docMk/>
            <pc:sldMk cId="4108184696" sldId="435"/>
            <ac:picMk id="16" creationId="{1F5620B8-A2D8-4568-B566-F0453A0D9167}"/>
          </ac:picMkLst>
        </pc:picChg>
        <pc:picChg chg="add">
          <ac:chgData name="Tanmay Munigala" userId="dff4a7d6-a0a7-442f-98ac-46a9fd5bc68a" providerId="ADAL" clId="{5AE6FD5E-924A-4A88-A73E-C6EBE0D83A0F}" dt="2021-05-16T10:55:27.219" v="2684" actId="26606"/>
          <ac:picMkLst>
            <pc:docMk/>
            <pc:sldMk cId="4108184696" sldId="435"/>
            <ac:picMk id="32" creationId="{4B61EBEC-D0CA-456C-98A6-EDA1AC9FB0D6}"/>
          </ac:picMkLst>
        </pc:picChg>
        <pc:cxnChg chg="add">
          <ac:chgData name="Tanmay Munigala" userId="dff4a7d6-a0a7-442f-98ac-46a9fd5bc68a" providerId="ADAL" clId="{5AE6FD5E-924A-4A88-A73E-C6EBE0D83A0F}" dt="2021-05-16T10:55:27.219" v="2684" actId="26606"/>
          <ac:cxnSpMkLst>
            <pc:docMk/>
            <pc:sldMk cId="4108184696" sldId="435"/>
            <ac:cxnSpMk id="18" creationId="{1C7D2BA4-4B7A-4596-8BCC-5CF715423894}"/>
          </ac:cxnSpMkLst>
        </pc:cxnChg>
        <pc:cxnChg chg="add">
          <ac:chgData name="Tanmay Munigala" userId="dff4a7d6-a0a7-442f-98ac-46a9fd5bc68a" providerId="ADAL" clId="{5AE6FD5E-924A-4A88-A73E-C6EBE0D83A0F}" dt="2021-05-16T10:55:27.219" v="2684" actId="26606"/>
          <ac:cxnSpMkLst>
            <pc:docMk/>
            <pc:sldMk cId="4108184696" sldId="435"/>
            <ac:cxnSpMk id="20" creationId="{4977F1E1-2B6F-4BB6-899F-67D8764D83C5}"/>
          </ac:cxnSpMkLst>
        </pc:cxnChg>
        <pc:cxnChg chg="add">
          <ac:chgData name="Tanmay Munigala" userId="dff4a7d6-a0a7-442f-98ac-46a9fd5bc68a" providerId="ADAL" clId="{5AE6FD5E-924A-4A88-A73E-C6EBE0D83A0F}" dt="2021-05-16T10:55:27.219" v="2684" actId="26606"/>
          <ac:cxnSpMkLst>
            <pc:docMk/>
            <pc:sldMk cId="4108184696" sldId="435"/>
            <ac:cxnSpMk id="26" creationId="{84F2C6A8-7D46-49EA-860B-0F0B0208436C}"/>
          </ac:cxnSpMkLst>
        </pc:cxnChg>
        <pc:cxnChg chg="add">
          <ac:chgData name="Tanmay Munigala" userId="dff4a7d6-a0a7-442f-98ac-46a9fd5bc68a" providerId="ADAL" clId="{5AE6FD5E-924A-4A88-A73E-C6EBE0D83A0F}" dt="2021-05-16T10:55:27.219" v="2684" actId="26606"/>
          <ac:cxnSpMkLst>
            <pc:docMk/>
            <pc:sldMk cId="4108184696" sldId="435"/>
            <ac:cxnSpMk id="34" creationId="{718A71EB-D327-4458-85FB-26336B2BA01B}"/>
          </ac:cxnSpMkLst>
        </pc:cxnChg>
      </pc:sldChg>
      <pc:sldChg chg="addSp delSp modSp add del mod setBg addAnim setClrOvrMap delDesignElem">
        <pc:chgData name="Tanmay Munigala" userId="dff4a7d6-a0a7-442f-98ac-46a9fd5bc68a" providerId="ADAL" clId="{5AE6FD5E-924A-4A88-A73E-C6EBE0D83A0F}" dt="2021-05-16T11:17:36.463" v="3458"/>
        <pc:sldMkLst>
          <pc:docMk/>
          <pc:sldMk cId="3568860256" sldId="440"/>
        </pc:sldMkLst>
        <pc:spChg chg="del mod">
          <ac:chgData name="Tanmay Munigala" userId="dff4a7d6-a0a7-442f-98ac-46a9fd5bc68a" providerId="ADAL" clId="{5AE6FD5E-924A-4A88-A73E-C6EBE0D83A0F}" dt="2021-05-16T09:29:18.411" v="789" actId="478"/>
          <ac:spMkLst>
            <pc:docMk/>
            <pc:sldMk cId="3568860256" sldId="440"/>
            <ac:spMk id="5" creationId="{A0062A0D-879B-C645-91B2-57F1CC538C5A}"/>
          </ac:spMkLst>
        </pc:spChg>
        <pc:spChg chg="add del">
          <ac:chgData name="Tanmay Munigala" userId="dff4a7d6-a0a7-442f-98ac-46a9fd5bc68a" providerId="ADAL" clId="{5AE6FD5E-924A-4A88-A73E-C6EBE0D83A0F}" dt="2021-05-16T10:44:56.254" v="2403" actId="26606"/>
          <ac:spMkLst>
            <pc:docMk/>
            <pc:sldMk cId="3568860256" sldId="440"/>
            <ac:spMk id="120" creationId="{23522FE7-5A29-4EF6-B1EF-2CA55748A772}"/>
          </ac:spMkLst>
        </pc:spChg>
        <pc:spChg chg="add del">
          <ac:chgData name="Tanmay Munigala" userId="dff4a7d6-a0a7-442f-98ac-46a9fd5bc68a" providerId="ADAL" clId="{5AE6FD5E-924A-4A88-A73E-C6EBE0D83A0F}" dt="2021-05-16T10:44:56.254" v="2403" actId="26606"/>
          <ac:spMkLst>
            <pc:docMk/>
            <pc:sldMk cId="3568860256" sldId="440"/>
            <ac:spMk id="128" creationId="{F0AB17F6-592B-45CB-96F6-705C9825AFBC}"/>
          </ac:spMkLst>
        </pc:spChg>
        <pc:spChg chg="add">
          <ac:chgData name="Tanmay Munigala" userId="dff4a7d6-a0a7-442f-98ac-46a9fd5bc68a" providerId="ADAL" clId="{5AE6FD5E-924A-4A88-A73E-C6EBE0D83A0F}" dt="2021-05-16T10:44:56.254" v="2403" actId="26606"/>
          <ac:spMkLst>
            <pc:docMk/>
            <pc:sldMk cId="3568860256" sldId="440"/>
            <ac:spMk id="248" creationId="{23522FE7-5A29-4EF6-B1EF-2CA55748A772}"/>
          </ac:spMkLst>
        </pc:spChg>
        <pc:spChg chg="add">
          <ac:chgData name="Tanmay Munigala" userId="dff4a7d6-a0a7-442f-98ac-46a9fd5bc68a" providerId="ADAL" clId="{5AE6FD5E-924A-4A88-A73E-C6EBE0D83A0F}" dt="2021-05-16T10:44:56.254" v="2403" actId="26606"/>
          <ac:spMkLst>
            <pc:docMk/>
            <pc:sldMk cId="3568860256" sldId="440"/>
            <ac:spMk id="256" creationId="{2FDF9410-E530-4E71-A2C0-4C24B489649E}"/>
          </ac:spMkLst>
        </pc:spChg>
        <pc:spChg chg="mod">
          <ac:chgData name="Tanmay Munigala" userId="dff4a7d6-a0a7-442f-98ac-46a9fd5bc68a" providerId="ADAL" clId="{5AE6FD5E-924A-4A88-A73E-C6EBE0D83A0F}" dt="2021-05-16T11:17:36.463" v="3458"/>
          <ac:spMkLst>
            <pc:docMk/>
            <pc:sldMk cId="3568860256" sldId="440"/>
            <ac:spMk id="1202" creationId="{00000000-0000-0000-0000-000000000000}"/>
          </ac:spMkLst>
        </pc:spChg>
        <pc:spChg chg="mod">
          <ac:chgData name="Tanmay Munigala" userId="dff4a7d6-a0a7-442f-98ac-46a9fd5bc68a" providerId="ADAL" clId="{5AE6FD5E-924A-4A88-A73E-C6EBE0D83A0F}" dt="2021-05-16T11:17:11.121" v="3438"/>
          <ac:spMkLst>
            <pc:docMk/>
            <pc:sldMk cId="3568860256" sldId="440"/>
            <ac:spMk id="1203" creationId="{00000000-0000-0000-0000-000000000000}"/>
          </ac:spMkLst>
        </pc:spChg>
        <pc:picChg chg="add del">
          <ac:chgData name="Tanmay Munigala" userId="dff4a7d6-a0a7-442f-98ac-46a9fd5bc68a" providerId="ADAL" clId="{5AE6FD5E-924A-4A88-A73E-C6EBE0D83A0F}" dt="2021-05-16T10:44:56.254" v="2403" actId="26606"/>
          <ac:picMkLst>
            <pc:docMk/>
            <pc:sldMk cId="3568860256" sldId="440"/>
            <ac:picMk id="122" creationId="{C2192E09-EBC7-416C-B887-DFF915D7F43D}"/>
          </ac:picMkLst>
        </pc:picChg>
        <pc:picChg chg="add">
          <ac:chgData name="Tanmay Munigala" userId="dff4a7d6-a0a7-442f-98ac-46a9fd5bc68a" providerId="ADAL" clId="{5AE6FD5E-924A-4A88-A73E-C6EBE0D83A0F}" dt="2021-05-16T10:44:56.254" v="2403" actId="26606"/>
          <ac:picMkLst>
            <pc:docMk/>
            <pc:sldMk cId="3568860256" sldId="440"/>
            <ac:picMk id="250" creationId="{C2192E09-EBC7-416C-B887-DFF915D7F43D}"/>
          </ac:picMkLst>
        </pc:picChg>
        <pc:cxnChg chg="add del">
          <ac:chgData name="Tanmay Munigala" userId="dff4a7d6-a0a7-442f-98ac-46a9fd5bc68a" providerId="ADAL" clId="{5AE6FD5E-924A-4A88-A73E-C6EBE0D83A0F}" dt="2021-05-16T10:44:56.254" v="2403" actId="26606"/>
          <ac:cxnSpMkLst>
            <pc:docMk/>
            <pc:sldMk cId="3568860256" sldId="440"/>
            <ac:cxnSpMk id="124" creationId="{2924498D-E084-44BE-A196-CFCE35564350}"/>
          </ac:cxnSpMkLst>
        </pc:cxnChg>
        <pc:cxnChg chg="add del">
          <ac:chgData name="Tanmay Munigala" userId="dff4a7d6-a0a7-442f-98ac-46a9fd5bc68a" providerId="ADAL" clId="{5AE6FD5E-924A-4A88-A73E-C6EBE0D83A0F}" dt="2021-05-16T10:44:56.254" v="2403" actId="26606"/>
          <ac:cxnSpMkLst>
            <pc:docMk/>
            <pc:sldMk cId="3568860256" sldId="440"/>
            <ac:cxnSpMk id="126" creationId="{3BBC7667-C352-4842-9AFD-E5C16AD002F4}"/>
          </ac:cxnSpMkLst>
        </pc:cxnChg>
        <pc:cxnChg chg="add del">
          <ac:chgData name="Tanmay Munigala" userId="dff4a7d6-a0a7-442f-98ac-46a9fd5bc68a" providerId="ADAL" clId="{5AE6FD5E-924A-4A88-A73E-C6EBE0D83A0F}" dt="2021-05-16T10:44:56.254" v="2403" actId="26606"/>
          <ac:cxnSpMkLst>
            <pc:docMk/>
            <pc:sldMk cId="3568860256" sldId="440"/>
            <ac:cxnSpMk id="130" creationId="{5A9284E7-0823-472D-9963-18D89DFEB8B4}"/>
          </ac:cxnSpMkLst>
        </pc:cxnChg>
        <pc:cxnChg chg="add">
          <ac:chgData name="Tanmay Munigala" userId="dff4a7d6-a0a7-442f-98ac-46a9fd5bc68a" providerId="ADAL" clId="{5AE6FD5E-924A-4A88-A73E-C6EBE0D83A0F}" dt="2021-05-16T10:44:56.254" v="2403" actId="26606"/>
          <ac:cxnSpMkLst>
            <pc:docMk/>
            <pc:sldMk cId="3568860256" sldId="440"/>
            <ac:cxnSpMk id="252" creationId="{2924498D-E084-44BE-A196-CFCE35564350}"/>
          </ac:cxnSpMkLst>
        </pc:cxnChg>
        <pc:cxnChg chg="add">
          <ac:chgData name="Tanmay Munigala" userId="dff4a7d6-a0a7-442f-98ac-46a9fd5bc68a" providerId="ADAL" clId="{5AE6FD5E-924A-4A88-A73E-C6EBE0D83A0F}" dt="2021-05-16T10:44:56.254" v="2403" actId="26606"/>
          <ac:cxnSpMkLst>
            <pc:docMk/>
            <pc:sldMk cId="3568860256" sldId="440"/>
            <ac:cxnSpMk id="254" creationId="{3BBC7667-C352-4842-9AFD-E5C16AD002F4}"/>
          </ac:cxnSpMkLst>
        </pc:cxnChg>
        <pc:cxnChg chg="add">
          <ac:chgData name="Tanmay Munigala" userId="dff4a7d6-a0a7-442f-98ac-46a9fd5bc68a" providerId="ADAL" clId="{5AE6FD5E-924A-4A88-A73E-C6EBE0D83A0F}" dt="2021-05-16T10:44:56.254" v="2403" actId="26606"/>
          <ac:cxnSpMkLst>
            <pc:docMk/>
            <pc:sldMk cId="3568860256" sldId="440"/>
            <ac:cxnSpMk id="258" creationId="{53268B1E-8861-4702-9529-5A8FB23A618F}"/>
          </ac:cxnSpMkLst>
        </pc:cxnChg>
        <pc:cxnChg chg="add">
          <ac:chgData name="Tanmay Munigala" userId="dff4a7d6-a0a7-442f-98ac-46a9fd5bc68a" providerId="ADAL" clId="{5AE6FD5E-924A-4A88-A73E-C6EBE0D83A0F}" dt="2021-05-16T10:44:56.254" v="2403" actId="26606"/>
          <ac:cxnSpMkLst>
            <pc:docMk/>
            <pc:sldMk cId="3568860256" sldId="440"/>
            <ac:cxnSpMk id="260" creationId="{BC6646AE-8FD6-411E-8640-6CCB250D54FB}"/>
          </ac:cxnSpMkLst>
        </pc:cxnChg>
      </pc:sldChg>
      <pc:sldChg chg="addSp delSp modSp mod modClrScheme chgLayout">
        <pc:chgData name="Tanmay Munigala" userId="dff4a7d6-a0a7-442f-98ac-46a9fd5bc68a" providerId="ADAL" clId="{5AE6FD5E-924A-4A88-A73E-C6EBE0D83A0F}" dt="2021-05-16T11:44:20.924" v="4498" actId="14100"/>
        <pc:sldMkLst>
          <pc:docMk/>
          <pc:sldMk cId="4095176721" sldId="443"/>
        </pc:sldMkLst>
        <pc:spChg chg="mod ord">
          <ac:chgData name="Tanmay Munigala" userId="dff4a7d6-a0a7-442f-98ac-46a9fd5bc68a" providerId="ADAL" clId="{5AE6FD5E-924A-4A88-A73E-C6EBE0D83A0F}" dt="2021-05-16T11:23:15.177" v="3531" actId="20577"/>
          <ac:spMkLst>
            <pc:docMk/>
            <pc:sldMk cId="4095176721" sldId="443"/>
            <ac:spMk id="2" creationId="{00000000-0000-0000-0000-000000000000}"/>
          </ac:spMkLst>
        </pc:spChg>
        <pc:spChg chg="mod">
          <ac:chgData name="Tanmay Munigala" userId="dff4a7d6-a0a7-442f-98ac-46a9fd5bc68a" providerId="ADAL" clId="{5AE6FD5E-924A-4A88-A73E-C6EBE0D83A0F}" dt="2021-05-16T11:06:49.747" v="3181"/>
          <ac:spMkLst>
            <pc:docMk/>
            <pc:sldMk cId="4095176721" sldId="443"/>
            <ac:spMk id="3" creationId="{E270589A-6706-5144-BCD3-12E2CD443333}"/>
          </ac:spMkLst>
        </pc:spChg>
        <pc:spChg chg="add del mod ord">
          <ac:chgData name="Tanmay Munigala" userId="dff4a7d6-a0a7-442f-98ac-46a9fd5bc68a" providerId="ADAL" clId="{5AE6FD5E-924A-4A88-A73E-C6EBE0D83A0F}" dt="2021-05-16T10:49:25.939" v="2614" actId="478"/>
          <ac:spMkLst>
            <pc:docMk/>
            <pc:sldMk cId="4095176721" sldId="443"/>
            <ac:spMk id="4" creationId="{40D248F6-BAF5-4E71-84B5-27E88D128DE1}"/>
          </ac:spMkLst>
        </pc:spChg>
        <pc:picChg chg="mod">
          <ac:chgData name="Tanmay Munigala" userId="dff4a7d6-a0a7-442f-98ac-46a9fd5bc68a" providerId="ADAL" clId="{5AE6FD5E-924A-4A88-A73E-C6EBE0D83A0F}" dt="2021-05-16T11:44:14.377" v="4496" actId="1076"/>
          <ac:picMkLst>
            <pc:docMk/>
            <pc:sldMk cId="4095176721" sldId="443"/>
            <ac:picMk id="8" creationId="{D49CBD6F-E03D-43CD-982F-BC0F24026F30}"/>
          </ac:picMkLst>
        </pc:picChg>
        <pc:picChg chg="mod">
          <ac:chgData name="Tanmay Munigala" userId="dff4a7d6-a0a7-442f-98ac-46a9fd5bc68a" providerId="ADAL" clId="{5AE6FD5E-924A-4A88-A73E-C6EBE0D83A0F}" dt="2021-05-16T11:44:20.924" v="4498" actId="14100"/>
          <ac:picMkLst>
            <pc:docMk/>
            <pc:sldMk cId="4095176721" sldId="443"/>
            <ac:picMk id="9" creationId="{3890E671-4563-45DB-81A6-1608048322C2}"/>
          </ac:picMkLst>
        </pc:picChg>
      </pc:sldChg>
      <pc:sldChg chg="addSp delSp modSp mod modClrScheme chgLayout">
        <pc:chgData name="Tanmay Munigala" userId="dff4a7d6-a0a7-442f-98ac-46a9fd5bc68a" providerId="ADAL" clId="{5AE6FD5E-924A-4A88-A73E-C6EBE0D83A0F}" dt="2021-05-16T11:42:09.546" v="4415" actId="113"/>
        <pc:sldMkLst>
          <pc:docMk/>
          <pc:sldMk cId="1966889161" sldId="445"/>
        </pc:sldMkLst>
        <pc:spChg chg="add del mod ord">
          <ac:chgData name="Tanmay Munigala" userId="dff4a7d6-a0a7-442f-98ac-46a9fd5bc68a" providerId="ADAL" clId="{5AE6FD5E-924A-4A88-A73E-C6EBE0D83A0F}" dt="2021-05-16T10:51:53.727" v="2644" actId="1076"/>
          <ac:spMkLst>
            <pc:docMk/>
            <pc:sldMk cId="1966889161" sldId="445"/>
            <ac:spMk id="2" creationId="{00000000-0000-0000-0000-000000000000}"/>
          </ac:spMkLst>
        </pc:spChg>
        <pc:spChg chg="add del mod">
          <ac:chgData name="Tanmay Munigala" userId="dff4a7d6-a0a7-442f-98ac-46a9fd5bc68a" providerId="ADAL" clId="{5AE6FD5E-924A-4A88-A73E-C6EBE0D83A0F}" dt="2021-05-16T11:42:09.546" v="4415" actId="113"/>
          <ac:spMkLst>
            <pc:docMk/>
            <pc:sldMk cId="1966889161" sldId="445"/>
            <ac:spMk id="3" creationId="{E270589A-6706-5144-BCD3-12E2CD443333}"/>
          </ac:spMkLst>
        </pc:spChg>
        <pc:spChg chg="add del mod">
          <ac:chgData name="Tanmay Munigala" userId="dff4a7d6-a0a7-442f-98ac-46a9fd5bc68a" providerId="ADAL" clId="{5AE6FD5E-924A-4A88-A73E-C6EBE0D83A0F}" dt="2021-05-16T10:31:45.458" v="2166" actId="21"/>
          <ac:spMkLst>
            <pc:docMk/>
            <pc:sldMk cId="1966889161" sldId="445"/>
            <ac:spMk id="10" creationId="{B4112429-8250-4902-9958-7F9716EC135C}"/>
          </ac:spMkLst>
        </pc:spChg>
        <pc:spChg chg="add del mod ord">
          <ac:chgData name="Tanmay Munigala" userId="dff4a7d6-a0a7-442f-98ac-46a9fd5bc68a" providerId="ADAL" clId="{5AE6FD5E-924A-4A88-A73E-C6EBE0D83A0F}" dt="2021-05-16T10:51:23.318" v="2633" actId="478"/>
          <ac:spMkLst>
            <pc:docMk/>
            <pc:sldMk cId="1966889161" sldId="445"/>
            <ac:spMk id="11" creationId="{B4C14576-81DD-44F6-8F54-B9010E3078C4}"/>
          </ac:spMkLst>
        </pc:spChg>
        <pc:picChg chg="mod">
          <ac:chgData name="Tanmay Munigala" userId="dff4a7d6-a0a7-442f-98ac-46a9fd5bc68a" providerId="ADAL" clId="{5AE6FD5E-924A-4A88-A73E-C6EBE0D83A0F}" dt="2021-05-16T11:23:27.668" v="3532" actId="1076"/>
          <ac:picMkLst>
            <pc:docMk/>
            <pc:sldMk cId="1966889161" sldId="445"/>
            <ac:picMk id="4" creationId="{59461CCB-6613-441B-BA10-0A1FDFD704B6}"/>
          </ac:picMkLst>
        </pc:picChg>
        <pc:picChg chg="mod">
          <ac:chgData name="Tanmay Munigala" userId="dff4a7d6-a0a7-442f-98ac-46a9fd5bc68a" providerId="ADAL" clId="{5AE6FD5E-924A-4A88-A73E-C6EBE0D83A0F}" dt="2021-05-16T11:23:28.850" v="3533" actId="1076"/>
          <ac:picMkLst>
            <pc:docMk/>
            <pc:sldMk cId="1966889161" sldId="445"/>
            <ac:picMk id="5" creationId="{61C61DB3-B9BF-4154-9916-2A08D0563653}"/>
          </ac:picMkLst>
        </pc:picChg>
        <pc:picChg chg="add mod">
          <ac:chgData name="Tanmay Munigala" userId="dff4a7d6-a0a7-442f-98ac-46a9fd5bc68a" providerId="ADAL" clId="{5AE6FD5E-924A-4A88-A73E-C6EBE0D83A0F}" dt="2021-05-16T11:15:05.459" v="3327" actId="1076"/>
          <ac:picMkLst>
            <pc:docMk/>
            <pc:sldMk cId="1966889161" sldId="445"/>
            <ac:picMk id="7" creationId="{8244EDA8-589A-473F-ABB5-9AFAA4FF8F00}"/>
          </ac:picMkLst>
        </pc:picChg>
        <pc:picChg chg="add mod">
          <ac:chgData name="Tanmay Munigala" userId="dff4a7d6-a0a7-442f-98ac-46a9fd5bc68a" providerId="ADAL" clId="{5AE6FD5E-924A-4A88-A73E-C6EBE0D83A0F}" dt="2021-05-16T11:15:03.254" v="3325" actId="1076"/>
          <ac:picMkLst>
            <pc:docMk/>
            <pc:sldMk cId="1966889161" sldId="445"/>
            <ac:picMk id="8" creationId="{274EBA1B-428C-4FE3-BFBD-75E711FAC0E2}"/>
          </ac:picMkLst>
        </pc:picChg>
        <pc:picChg chg="add mod">
          <ac:chgData name="Tanmay Munigala" userId="dff4a7d6-a0a7-442f-98ac-46a9fd5bc68a" providerId="ADAL" clId="{5AE6FD5E-924A-4A88-A73E-C6EBE0D83A0F}" dt="2021-05-16T11:15:04.345" v="3326" actId="1076"/>
          <ac:picMkLst>
            <pc:docMk/>
            <pc:sldMk cId="1966889161" sldId="445"/>
            <ac:picMk id="1026" creationId="{4ABE86CB-483D-4B92-A93D-178A0B3D137E}"/>
          </ac:picMkLst>
        </pc:picChg>
        <pc:picChg chg="add del mod">
          <ac:chgData name="Tanmay Munigala" userId="dff4a7d6-a0a7-442f-98ac-46a9fd5bc68a" providerId="ADAL" clId="{5AE6FD5E-924A-4A88-A73E-C6EBE0D83A0F}" dt="2021-05-16T10:22:10.559" v="1664"/>
          <ac:picMkLst>
            <pc:docMk/>
            <pc:sldMk cId="1966889161" sldId="445"/>
            <ac:picMk id="1028" creationId="{CF74E1E9-957E-45A5-A801-249145939453}"/>
          </ac:picMkLst>
        </pc:picChg>
      </pc:sldChg>
      <pc:sldChg chg="addSp delSp modSp mod modClrScheme chgLayout">
        <pc:chgData name="Tanmay Munigala" userId="dff4a7d6-a0a7-442f-98ac-46a9fd5bc68a" providerId="ADAL" clId="{5AE6FD5E-924A-4A88-A73E-C6EBE0D83A0F}" dt="2021-05-16T11:48:50.275" v="4500" actId="1076"/>
        <pc:sldMkLst>
          <pc:docMk/>
          <pc:sldMk cId="2191342080" sldId="446"/>
        </pc:sldMkLst>
        <pc:spChg chg="mod ord">
          <ac:chgData name="Tanmay Munigala" userId="dff4a7d6-a0a7-442f-98ac-46a9fd5bc68a" providerId="ADAL" clId="{5AE6FD5E-924A-4A88-A73E-C6EBE0D83A0F}" dt="2021-05-16T11:48:50.275" v="4500" actId="1076"/>
          <ac:spMkLst>
            <pc:docMk/>
            <pc:sldMk cId="2191342080" sldId="446"/>
            <ac:spMk id="2" creationId="{00000000-0000-0000-0000-000000000000}"/>
          </ac:spMkLst>
        </pc:spChg>
        <pc:spChg chg="mod">
          <ac:chgData name="Tanmay Munigala" userId="dff4a7d6-a0a7-442f-98ac-46a9fd5bc68a" providerId="ADAL" clId="{5AE6FD5E-924A-4A88-A73E-C6EBE0D83A0F}" dt="2021-05-16T11:42:27.452" v="4425" actId="20577"/>
          <ac:spMkLst>
            <pc:docMk/>
            <pc:sldMk cId="2191342080" sldId="446"/>
            <ac:spMk id="3" creationId="{E270589A-6706-5144-BCD3-12E2CD443333}"/>
          </ac:spMkLst>
        </pc:spChg>
        <pc:spChg chg="add del mod ord">
          <ac:chgData name="Tanmay Munigala" userId="dff4a7d6-a0a7-442f-98ac-46a9fd5bc68a" providerId="ADAL" clId="{5AE6FD5E-924A-4A88-A73E-C6EBE0D83A0F}" dt="2021-05-16T10:54:33.390" v="2672" actId="478"/>
          <ac:spMkLst>
            <pc:docMk/>
            <pc:sldMk cId="2191342080" sldId="446"/>
            <ac:spMk id="4" creationId="{0A7F1580-A200-45CB-AE10-6BF50D8C46EC}"/>
          </ac:spMkLst>
        </pc:spChg>
      </pc:sldChg>
      <pc:sldChg chg="addSp delSp modSp mod setBg modClrScheme setClrOvrMap chgLayout">
        <pc:chgData name="Tanmay Munigala" userId="dff4a7d6-a0a7-442f-98ac-46a9fd5bc68a" providerId="ADAL" clId="{5AE6FD5E-924A-4A88-A73E-C6EBE0D83A0F}" dt="2021-05-16T11:20:32.711" v="3523" actId="113"/>
        <pc:sldMkLst>
          <pc:docMk/>
          <pc:sldMk cId="3125480362" sldId="447"/>
        </pc:sldMkLst>
        <pc:spChg chg="mod ord">
          <ac:chgData name="Tanmay Munigala" userId="dff4a7d6-a0a7-442f-98ac-46a9fd5bc68a" providerId="ADAL" clId="{5AE6FD5E-924A-4A88-A73E-C6EBE0D83A0F}" dt="2021-05-16T10:50:40.059" v="2627" actId="700"/>
          <ac:spMkLst>
            <pc:docMk/>
            <pc:sldMk cId="3125480362" sldId="447"/>
            <ac:spMk id="2" creationId="{00000000-0000-0000-0000-000000000000}"/>
          </ac:spMkLst>
        </pc:spChg>
        <pc:spChg chg="add del mod">
          <ac:chgData name="Tanmay Munigala" userId="dff4a7d6-a0a7-442f-98ac-46a9fd5bc68a" providerId="ADAL" clId="{5AE6FD5E-924A-4A88-A73E-C6EBE0D83A0F}" dt="2021-05-16T11:20:32.711" v="3523" actId="113"/>
          <ac:spMkLst>
            <pc:docMk/>
            <pc:sldMk cId="3125480362" sldId="447"/>
            <ac:spMk id="3" creationId="{E270589A-6706-5144-BCD3-12E2CD443333}"/>
          </ac:spMkLst>
        </pc:spChg>
        <pc:spChg chg="add del mod ord">
          <ac:chgData name="Tanmay Munigala" userId="dff4a7d6-a0a7-442f-98ac-46a9fd5bc68a" providerId="ADAL" clId="{5AE6FD5E-924A-4A88-A73E-C6EBE0D83A0F}" dt="2021-05-16T10:50:55.266" v="2629" actId="478"/>
          <ac:spMkLst>
            <pc:docMk/>
            <pc:sldMk cId="3125480362" sldId="447"/>
            <ac:spMk id="4" creationId="{996ED4F5-1DC8-4EF5-9981-DC651D95F5C1}"/>
          </ac:spMkLst>
        </pc:spChg>
        <pc:spChg chg="add del">
          <ac:chgData name="Tanmay Munigala" userId="dff4a7d6-a0a7-442f-98ac-46a9fd5bc68a" providerId="ADAL" clId="{5AE6FD5E-924A-4A88-A73E-C6EBE0D83A0F}" dt="2021-05-16T09:27:22.330" v="776" actId="26606"/>
          <ac:spMkLst>
            <pc:docMk/>
            <pc:sldMk cId="3125480362" sldId="447"/>
            <ac:spMk id="7" creationId="{17424F32-2789-4FF9-8E8A-1252284BF600}"/>
          </ac:spMkLst>
        </pc:spChg>
        <pc:spChg chg="add del">
          <ac:chgData name="Tanmay Munigala" userId="dff4a7d6-a0a7-442f-98ac-46a9fd5bc68a" providerId="ADAL" clId="{5AE6FD5E-924A-4A88-A73E-C6EBE0D83A0F}" dt="2021-05-16T09:26:27.231" v="761" actId="26606"/>
          <ac:spMkLst>
            <pc:docMk/>
            <pc:sldMk cId="3125480362" sldId="447"/>
            <ac:spMk id="9" creationId="{17424F32-2789-4FF9-8E8A-1252284BF600}"/>
          </ac:spMkLst>
        </pc:spChg>
        <pc:spChg chg="add del">
          <ac:chgData name="Tanmay Munigala" userId="dff4a7d6-a0a7-442f-98ac-46a9fd5bc68a" providerId="ADAL" clId="{5AE6FD5E-924A-4A88-A73E-C6EBE0D83A0F}" dt="2021-05-16T09:27:22.330" v="776" actId="26606"/>
          <ac:spMkLst>
            <pc:docMk/>
            <pc:sldMk cId="3125480362" sldId="447"/>
            <ac:spMk id="14" creationId="{32D32A60-013B-47A8-8833-D2424080917B}"/>
          </ac:spMkLst>
        </pc:spChg>
        <pc:spChg chg="add del">
          <ac:chgData name="Tanmay Munigala" userId="dff4a7d6-a0a7-442f-98ac-46a9fd5bc68a" providerId="ADAL" clId="{5AE6FD5E-924A-4A88-A73E-C6EBE0D83A0F}" dt="2021-05-16T09:27:22.330" v="776" actId="26606"/>
          <ac:spMkLst>
            <pc:docMk/>
            <pc:sldMk cId="3125480362" sldId="447"/>
            <ac:spMk id="16" creationId="{AE27932B-B694-4C4C-90D7-A0333A7C5876}"/>
          </ac:spMkLst>
        </pc:spChg>
        <pc:spChg chg="add del">
          <ac:chgData name="Tanmay Munigala" userId="dff4a7d6-a0a7-442f-98ac-46a9fd5bc68a" providerId="ADAL" clId="{5AE6FD5E-924A-4A88-A73E-C6EBE0D83A0F}" dt="2021-05-16T09:26:27.231" v="761" actId="26606"/>
          <ac:spMkLst>
            <pc:docMk/>
            <pc:sldMk cId="3125480362" sldId="447"/>
            <ac:spMk id="17" creationId="{32D32A60-013B-47A8-8833-D2424080917B}"/>
          </ac:spMkLst>
        </pc:spChg>
        <pc:spChg chg="add del">
          <ac:chgData name="Tanmay Munigala" userId="dff4a7d6-a0a7-442f-98ac-46a9fd5bc68a" providerId="ADAL" clId="{5AE6FD5E-924A-4A88-A73E-C6EBE0D83A0F}" dt="2021-05-16T09:26:27.231" v="761" actId="26606"/>
          <ac:spMkLst>
            <pc:docMk/>
            <pc:sldMk cId="3125480362" sldId="447"/>
            <ac:spMk id="19" creationId="{AE27932B-B694-4C4C-90D7-A0333A7C5876}"/>
          </ac:spMkLst>
        </pc:spChg>
        <pc:spChg chg="add del">
          <ac:chgData name="Tanmay Munigala" userId="dff4a7d6-a0a7-442f-98ac-46a9fd5bc68a" providerId="ADAL" clId="{5AE6FD5E-924A-4A88-A73E-C6EBE0D83A0F}" dt="2021-05-16T09:27:22.330" v="776" actId="26606"/>
          <ac:spMkLst>
            <pc:docMk/>
            <pc:sldMk cId="3125480362" sldId="447"/>
            <ac:spMk id="20" creationId="{A9DA474E-6B91-4200-840F-0257B2358A75}"/>
          </ac:spMkLst>
        </pc:spChg>
        <pc:spChg chg="add del">
          <ac:chgData name="Tanmay Munigala" userId="dff4a7d6-a0a7-442f-98ac-46a9fd5bc68a" providerId="ADAL" clId="{5AE6FD5E-924A-4A88-A73E-C6EBE0D83A0F}" dt="2021-05-16T09:26:27.231" v="761" actId="26606"/>
          <ac:spMkLst>
            <pc:docMk/>
            <pc:sldMk cId="3125480362" sldId="447"/>
            <ac:spMk id="23" creationId="{A9DA474E-6B91-4200-840F-0257B2358A75}"/>
          </ac:spMkLst>
        </pc:spChg>
        <pc:spChg chg="add del">
          <ac:chgData name="Tanmay Munigala" userId="dff4a7d6-a0a7-442f-98ac-46a9fd5bc68a" providerId="ADAL" clId="{5AE6FD5E-924A-4A88-A73E-C6EBE0D83A0F}" dt="2021-05-16T09:26:28.471" v="763" actId="26606"/>
          <ac:spMkLst>
            <pc:docMk/>
            <pc:sldMk cId="3125480362" sldId="447"/>
            <ac:spMk id="29" creationId="{17424F32-2789-4FF9-8E8A-1252284BF600}"/>
          </ac:spMkLst>
        </pc:spChg>
        <pc:spChg chg="add del">
          <ac:chgData name="Tanmay Munigala" userId="dff4a7d6-a0a7-442f-98ac-46a9fd5bc68a" providerId="ADAL" clId="{5AE6FD5E-924A-4A88-A73E-C6EBE0D83A0F}" dt="2021-05-16T09:26:28.471" v="763" actId="26606"/>
          <ac:spMkLst>
            <pc:docMk/>
            <pc:sldMk cId="3125480362" sldId="447"/>
            <ac:spMk id="33" creationId="{32D32A60-013B-47A8-8833-D2424080917B}"/>
          </ac:spMkLst>
        </pc:spChg>
        <pc:spChg chg="add del">
          <ac:chgData name="Tanmay Munigala" userId="dff4a7d6-a0a7-442f-98ac-46a9fd5bc68a" providerId="ADAL" clId="{5AE6FD5E-924A-4A88-A73E-C6EBE0D83A0F}" dt="2021-05-16T09:26:28.471" v="763" actId="26606"/>
          <ac:spMkLst>
            <pc:docMk/>
            <pc:sldMk cId="3125480362" sldId="447"/>
            <ac:spMk id="34" creationId="{AE27932B-B694-4C4C-90D7-A0333A7C5876}"/>
          </ac:spMkLst>
        </pc:spChg>
        <pc:spChg chg="add del">
          <ac:chgData name="Tanmay Munigala" userId="dff4a7d6-a0a7-442f-98ac-46a9fd5bc68a" providerId="ADAL" clId="{5AE6FD5E-924A-4A88-A73E-C6EBE0D83A0F}" dt="2021-05-16T09:26:28.471" v="763" actId="26606"/>
          <ac:spMkLst>
            <pc:docMk/>
            <pc:sldMk cId="3125480362" sldId="447"/>
            <ac:spMk id="36" creationId="{A9DA474E-6B91-4200-840F-0257B2358A75}"/>
          </ac:spMkLst>
        </pc:spChg>
        <pc:spChg chg="add del">
          <ac:chgData name="Tanmay Munigala" userId="dff4a7d6-a0a7-442f-98ac-46a9fd5bc68a" providerId="ADAL" clId="{5AE6FD5E-924A-4A88-A73E-C6EBE0D83A0F}" dt="2021-05-16T09:36:04.965" v="894" actId="26606"/>
          <ac:spMkLst>
            <pc:docMk/>
            <pc:sldMk cId="3125480362" sldId="447"/>
            <ac:spMk id="40" creationId="{23522FE7-5A29-4EF6-B1EF-2CA55748A772}"/>
          </ac:spMkLst>
        </pc:spChg>
        <pc:spChg chg="add del">
          <ac:chgData name="Tanmay Munigala" userId="dff4a7d6-a0a7-442f-98ac-46a9fd5bc68a" providerId="ADAL" clId="{5AE6FD5E-924A-4A88-A73E-C6EBE0D83A0F}" dt="2021-05-16T09:26:42.422" v="767" actId="26606"/>
          <ac:spMkLst>
            <pc:docMk/>
            <pc:sldMk cId="3125480362" sldId="447"/>
            <ac:spMk id="41" creationId="{17424F32-2789-4FF9-8E8A-1252284BF600}"/>
          </ac:spMkLst>
        </pc:spChg>
        <pc:spChg chg="add del">
          <ac:chgData name="Tanmay Munigala" userId="dff4a7d6-a0a7-442f-98ac-46a9fd5bc68a" providerId="ADAL" clId="{5AE6FD5E-924A-4A88-A73E-C6EBE0D83A0F}" dt="2021-05-16T09:26:42.422" v="767" actId="26606"/>
          <ac:spMkLst>
            <pc:docMk/>
            <pc:sldMk cId="3125480362" sldId="447"/>
            <ac:spMk id="45" creationId="{32D32A60-013B-47A8-8833-D2424080917B}"/>
          </ac:spMkLst>
        </pc:spChg>
        <pc:spChg chg="add del">
          <ac:chgData name="Tanmay Munigala" userId="dff4a7d6-a0a7-442f-98ac-46a9fd5bc68a" providerId="ADAL" clId="{5AE6FD5E-924A-4A88-A73E-C6EBE0D83A0F}" dt="2021-05-16T09:26:42.422" v="767" actId="26606"/>
          <ac:spMkLst>
            <pc:docMk/>
            <pc:sldMk cId="3125480362" sldId="447"/>
            <ac:spMk id="46" creationId="{AE27932B-B694-4C4C-90D7-A0333A7C5876}"/>
          </ac:spMkLst>
        </pc:spChg>
        <pc:spChg chg="add del">
          <ac:chgData name="Tanmay Munigala" userId="dff4a7d6-a0a7-442f-98ac-46a9fd5bc68a" providerId="ADAL" clId="{5AE6FD5E-924A-4A88-A73E-C6EBE0D83A0F}" dt="2021-05-16T09:26:42.422" v="767" actId="26606"/>
          <ac:spMkLst>
            <pc:docMk/>
            <pc:sldMk cId="3125480362" sldId="447"/>
            <ac:spMk id="48" creationId="{A9DA474E-6B91-4200-840F-0257B2358A75}"/>
          </ac:spMkLst>
        </pc:spChg>
        <pc:graphicFrameChg chg="add del">
          <ac:chgData name="Tanmay Munigala" userId="dff4a7d6-a0a7-442f-98ac-46a9fd5bc68a" providerId="ADAL" clId="{5AE6FD5E-924A-4A88-A73E-C6EBE0D83A0F}" dt="2021-05-16T09:25:00.924" v="745" actId="26606"/>
          <ac:graphicFrameMkLst>
            <pc:docMk/>
            <pc:sldMk cId="3125480362" sldId="447"/>
            <ac:graphicFrameMk id="5" creationId="{B2EC4E77-75A8-42B1-B254-3AB6CD5F4CB2}"/>
          </ac:graphicFrameMkLst>
        </pc:graphicFrameChg>
        <pc:graphicFrameChg chg="add del">
          <ac:chgData name="Tanmay Munigala" userId="dff4a7d6-a0a7-442f-98ac-46a9fd5bc68a" providerId="ADAL" clId="{5AE6FD5E-924A-4A88-A73E-C6EBE0D83A0F}" dt="2021-05-16T09:26:27.231" v="761" actId="26606"/>
          <ac:graphicFrameMkLst>
            <pc:docMk/>
            <pc:sldMk cId="3125480362" sldId="447"/>
            <ac:graphicFrameMk id="6" creationId="{A097A058-D60E-424B-A94B-253A1BC7D922}"/>
          </ac:graphicFrameMkLst>
        </pc:graphicFrameChg>
        <pc:graphicFrameChg chg="add del">
          <ac:chgData name="Tanmay Munigala" userId="dff4a7d6-a0a7-442f-98ac-46a9fd5bc68a" providerId="ADAL" clId="{5AE6FD5E-924A-4A88-A73E-C6EBE0D83A0F}" dt="2021-05-16T09:27:22.330" v="776" actId="26606"/>
          <ac:graphicFrameMkLst>
            <pc:docMk/>
            <pc:sldMk cId="3125480362" sldId="447"/>
            <ac:graphicFrameMk id="26" creationId="{8B6EC7C4-9506-4D10-8DD8-6E2A30E81D6B}"/>
          </ac:graphicFrameMkLst>
        </pc:graphicFrameChg>
        <pc:graphicFrameChg chg="add del mod">
          <ac:chgData name="Tanmay Munigala" userId="dff4a7d6-a0a7-442f-98ac-46a9fd5bc68a" providerId="ADAL" clId="{5AE6FD5E-924A-4A88-A73E-C6EBE0D83A0F}" dt="2021-05-16T09:28:24.366" v="783" actId="26606"/>
          <ac:graphicFrameMkLst>
            <pc:docMk/>
            <pc:sldMk cId="3125480362" sldId="447"/>
            <ac:graphicFrameMk id="28" creationId="{86764CE5-F97F-46ED-ACB4-2D4910C9BDCD}"/>
          </ac:graphicFrameMkLst>
        </pc:graphicFrameChg>
        <pc:graphicFrameChg chg="add del">
          <ac:chgData name="Tanmay Munigala" userId="dff4a7d6-a0a7-442f-98ac-46a9fd5bc68a" providerId="ADAL" clId="{5AE6FD5E-924A-4A88-A73E-C6EBE0D83A0F}" dt="2021-05-16T09:26:28.471" v="763" actId="26606"/>
          <ac:graphicFrameMkLst>
            <pc:docMk/>
            <pc:sldMk cId="3125480362" sldId="447"/>
            <ac:graphicFrameMk id="39" creationId="{A59A59CF-B151-4C65-B4A5-2824D9DD9F11}"/>
          </ac:graphicFrameMkLst>
        </pc:graphicFrameChg>
        <pc:graphicFrameChg chg="add del modGraphic">
          <ac:chgData name="Tanmay Munigala" userId="dff4a7d6-a0a7-442f-98ac-46a9fd5bc68a" providerId="ADAL" clId="{5AE6FD5E-924A-4A88-A73E-C6EBE0D83A0F}" dt="2021-05-16T09:26:42.422" v="767" actId="26606"/>
          <ac:graphicFrameMkLst>
            <pc:docMk/>
            <pc:sldMk cId="3125480362" sldId="447"/>
            <ac:graphicFrameMk id="51" creationId="{A097A058-D60E-424B-A94B-253A1BC7D922}"/>
          </ac:graphicFrameMkLst>
        </pc:graphicFrameChg>
        <pc:picChg chg="add del">
          <ac:chgData name="Tanmay Munigala" userId="dff4a7d6-a0a7-442f-98ac-46a9fd5bc68a" providerId="ADAL" clId="{5AE6FD5E-924A-4A88-A73E-C6EBE0D83A0F}" dt="2021-05-16T09:27:22.330" v="776" actId="26606"/>
          <ac:picMkLst>
            <pc:docMk/>
            <pc:sldMk cId="3125480362" sldId="447"/>
            <ac:picMk id="8" creationId="{D708C46E-BB60-4B97-8327-D3A475C008E5}"/>
          </ac:picMkLst>
        </pc:picChg>
        <pc:picChg chg="add del">
          <ac:chgData name="Tanmay Munigala" userId="dff4a7d6-a0a7-442f-98ac-46a9fd5bc68a" providerId="ADAL" clId="{5AE6FD5E-924A-4A88-A73E-C6EBE0D83A0F}" dt="2021-05-16T09:26:27.231" v="761" actId="26606"/>
          <ac:picMkLst>
            <pc:docMk/>
            <pc:sldMk cId="3125480362" sldId="447"/>
            <ac:picMk id="11" creationId="{D708C46E-BB60-4B97-8327-D3A475C008E5}"/>
          </ac:picMkLst>
        </pc:picChg>
        <pc:picChg chg="add del">
          <ac:chgData name="Tanmay Munigala" userId="dff4a7d6-a0a7-442f-98ac-46a9fd5bc68a" providerId="ADAL" clId="{5AE6FD5E-924A-4A88-A73E-C6EBE0D83A0F}" dt="2021-05-16T09:27:22.330" v="776" actId="26606"/>
          <ac:picMkLst>
            <pc:docMk/>
            <pc:sldMk cId="3125480362" sldId="447"/>
            <ac:picMk id="22" creationId="{DF63C9AD-AE6E-4512-8171-91612E84CCFB}"/>
          </ac:picMkLst>
        </pc:picChg>
        <pc:picChg chg="add del">
          <ac:chgData name="Tanmay Munigala" userId="dff4a7d6-a0a7-442f-98ac-46a9fd5bc68a" providerId="ADAL" clId="{5AE6FD5E-924A-4A88-A73E-C6EBE0D83A0F}" dt="2021-05-16T09:26:27.231" v="761" actId="26606"/>
          <ac:picMkLst>
            <pc:docMk/>
            <pc:sldMk cId="3125480362" sldId="447"/>
            <ac:picMk id="25" creationId="{DF63C9AD-AE6E-4512-8171-91612E84CCFB}"/>
          </ac:picMkLst>
        </pc:picChg>
        <pc:picChg chg="add del">
          <ac:chgData name="Tanmay Munigala" userId="dff4a7d6-a0a7-442f-98ac-46a9fd5bc68a" providerId="ADAL" clId="{5AE6FD5E-924A-4A88-A73E-C6EBE0D83A0F}" dt="2021-05-16T09:26:28.471" v="763" actId="26606"/>
          <ac:picMkLst>
            <pc:docMk/>
            <pc:sldMk cId="3125480362" sldId="447"/>
            <ac:picMk id="30" creationId="{D708C46E-BB60-4B97-8327-D3A475C008E5}"/>
          </ac:picMkLst>
        </pc:picChg>
        <pc:picChg chg="add del">
          <ac:chgData name="Tanmay Munigala" userId="dff4a7d6-a0a7-442f-98ac-46a9fd5bc68a" providerId="ADAL" clId="{5AE6FD5E-924A-4A88-A73E-C6EBE0D83A0F}" dt="2021-05-16T09:26:28.471" v="763" actId="26606"/>
          <ac:picMkLst>
            <pc:docMk/>
            <pc:sldMk cId="3125480362" sldId="447"/>
            <ac:picMk id="37" creationId="{DF63C9AD-AE6E-4512-8171-91612E84CCFB}"/>
          </ac:picMkLst>
        </pc:picChg>
        <pc:picChg chg="add del">
          <ac:chgData name="Tanmay Munigala" userId="dff4a7d6-a0a7-442f-98ac-46a9fd5bc68a" providerId="ADAL" clId="{5AE6FD5E-924A-4A88-A73E-C6EBE0D83A0F}" dt="2021-05-16T09:26:42.422" v="767" actId="26606"/>
          <ac:picMkLst>
            <pc:docMk/>
            <pc:sldMk cId="3125480362" sldId="447"/>
            <ac:picMk id="42" creationId="{D708C46E-BB60-4B97-8327-D3A475C008E5}"/>
          </ac:picMkLst>
        </pc:picChg>
        <pc:picChg chg="add del">
          <ac:chgData name="Tanmay Munigala" userId="dff4a7d6-a0a7-442f-98ac-46a9fd5bc68a" providerId="ADAL" clId="{5AE6FD5E-924A-4A88-A73E-C6EBE0D83A0F}" dt="2021-05-16T09:26:42.422" v="767" actId="26606"/>
          <ac:picMkLst>
            <pc:docMk/>
            <pc:sldMk cId="3125480362" sldId="447"/>
            <ac:picMk id="49" creationId="{DF63C9AD-AE6E-4512-8171-91612E84CCFB}"/>
          </ac:picMkLst>
        </pc:picChg>
        <pc:picChg chg="add del">
          <ac:chgData name="Tanmay Munigala" userId="dff4a7d6-a0a7-442f-98ac-46a9fd5bc68a" providerId="ADAL" clId="{5AE6FD5E-924A-4A88-A73E-C6EBE0D83A0F}" dt="2021-05-16T09:36:04.965" v="894" actId="26606"/>
          <ac:picMkLst>
            <pc:docMk/>
            <pc:sldMk cId="3125480362" sldId="447"/>
            <ac:picMk id="52" creationId="{C2192E09-EBC7-416C-B887-DFF915D7F43D}"/>
          </ac:picMkLst>
        </pc:picChg>
        <pc:cxnChg chg="add del">
          <ac:chgData name="Tanmay Munigala" userId="dff4a7d6-a0a7-442f-98ac-46a9fd5bc68a" providerId="ADAL" clId="{5AE6FD5E-924A-4A88-A73E-C6EBE0D83A0F}" dt="2021-05-16T09:27:22.330" v="776" actId="26606"/>
          <ac:cxnSpMkLst>
            <pc:docMk/>
            <pc:sldMk cId="3125480362" sldId="447"/>
            <ac:cxnSpMk id="10" creationId="{8042755C-F24C-4D08-8E4C-E646382C3634}"/>
          </ac:cxnSpMkLst>
        </pc:cxnChg>
        <pc:cxnChg chg="add del">
          <ac:chgData name="Tanmay Munigala" userId="dff4a7d6-a0a7-442f-98ac-46a9fd5bc68a" providerId="ADAL" clId="{5AE6FD5E-924A-4A88-A73E-C6EBE0D83A0F}" dt="2021-05-16T09:27:22.330" v="776" actId="26606"/>
          <ac:cxnSpMkLst>
            <pc:docMk/>
            <pc:sldMk cId="3125480362" sldId="447"/>
            <ac:cxnSpMk id="12" creationId="{63E94A00-1A92-47F4-9E2D-E51DFF9016D4}"/>
          </ac:cxnSpMkLst>
        </pc:cxnChg>
        <pc:cxnChg chg="add del">
          <ac:chgData name="Tanmay Munigala" userId="dff4a7d6-a0a7-442f-98ac-46a9fd5bc68a" providerId="ADAL" clId="{5AE6FD5E-924A-4A88-A73E-C6EBE0D83A0F}" dt="2021-05-16T09:26:27.231" v="761" actId="26606"/>
          <ac:cxnSpMkLst>
            <pc:docMk/>
            <pc:sldMk cId="3125480362" sldId="447"/>
            <ac:cxnSpMk id="13" creationId="{8042755C-F24C-4D08-8E4C-E646382C3634}"/>
          </ac:cxnSpMkLst>
        </pc:cxnChg>
        <pc:cxnChg chg="add del">
          <ac:chgData name="Tanmay Munigala" userId="dff4a7d6-a0a7-442f-98ac-46a9fd5bc68a" providerId="ADAL" clId="{5AE6FD5E-924A-4A88-A73E-C6EBE0D83A0F}" dt="2021-05-16T09:26:27.231" v="761" actId="26606"/>
          <ac:cxnSpMkLst>
            <pc:docMk/>
            <pc:sldMk cId="3125480362" sldId="447"/>
            <ac:cxnSpMk id="15" creationId="{63E94A00-1A92-47F4-9E2D-E51DFF9016D4}"/>
          </ac:cxnSpMkLst>
        </pc:cxnChg>
        <pc:cxnChg chg="add del">
          <ac:chgData name="Tanmay Munigala" userId="dff4a7d6-a0a7-442f-98ac-46a9fd5bc68a" providerId="ADAL" clId="{5AE6FD5E-924A-4A88-A73E-C6EBE0D83A0F}" dt="2021-05-16T09:27:22.330" v="776" actId="26606"/>
          <ac:cxnSpMkLst>
            <pc:docMk/>
            <pc:sldMk cId="3125480362" sldId="447"/>
            <ac:cxnSpMk id="18" creationId="{9EBB0476-5CF0-4F44-8D68-5D42D7AEE43A}"/>
          </ac:cxnSpMkLst>
        </pc:cxnChg>
        <pc:cxnChg chg="add del">
          <ac:chgData name="Tanmay Munigala" userId="dff4a7d6-a0a7-442f-98ac-46a9fd5bc68a" providerId="ADAL" clId="{5AE6FD5E-924A-4A88-A73E-C6EBE0D83A0F}" dt="2021-05-16T09:26:27.231" v="761" actId="26606"/>
          <ac:cxnSpMkLst>
            <pc:docMk/>
            <pc:sldMk cId="3125480362" sldId="447"/>
            <ac:cxnSpMk id="21" creationId="{9EBB0476-5CF0-4F44-8D68-5D42D7AEE43A}"/>
          </ac:cxnSpMkLst>
        </pc:cxnChg>
        <pc:cxnChg chg="add del">
          <ac:chgData name="Tanmay Munigala" userId="dff4a7d6-a0a7-442f-98ac-46a9fd5bc68a" providerId="ADAL" clId="{5AE6FD5E-924A-4A88-A73E-C6EBE0D83A0F}" dt="2021-05-16T09:27:22.330" v="776" actId="26606"/>
          <ac:cxnSpMkLst>
            <pc:docMk/>
            <pc:sldMk cId="3125480362" sldId="447"/>
            <ac:cxnSpMk id="24" creationId="{FE1A49CE-B63D-457A-A180-1C883E1A63D2}"/>
          </ac:cxnSpMkLst>
        </pc:cxnChg>
        <pc:cxnChg chg="add del">
          <ac:chgData name="Tanmay Munigala" userId="dff4a7d6-a0a7-442f-98ac-46a9fd5bc68a" providerId="ADAL" clId="{5AE6FD5E-924A-4A88-A73E-C6EBE0D83A0F}" dt="2021-05-16T09:26:27.231" v="761" actId="26606"/>
          <ac:cxnSpMkLst>
            <pc:docMk/>
            <pc:sldMk cId="3125480362" sldId="447"/>
            <ac:cxnSpMk id="27" creationId="{FE1A49CE-B63D-457A-A180-1C883E1A63D2}"/>
          </ac:cxnSpMkLst>
        </pc:cxnChg>
        <pc:cxnChg chg="add del">
          <ac:chgData name="Tanmay Munigala" userId="dff4a7d6-a0a7-442f-98ac-46a9fd5bc68a" providerId="ADAL" clId="{5AE6FD5E-924A-4A88-A73E-C6EBE0D83A0F}" dt="2021-05-16T09:26:28.471" v="763" actId="26606"/>
          <ac:cxnSpMkLst>
            <pc:docMk/>
            <pc:sldMk cId="3125480362" sldId="447"/>
            <ac:cxnSpMk id="31" creationId="{8042755C-F24C-4D08-8E4C-E646382C3634}"/>
          </ac:cxnSpMkLst>
        </pc:cxnChg>
        <pc:cxnChg chg="add del">
          <ac:chgData name="Tanmay Munigala" userId="dff4a7d6-a0a7-442f-98ac-46a9fd5bc68a" providerId="ADAL" clId="{5AE6FD5E-924A-4A88-A73E-C6EBE0D83A0F}" dt="2021-05-16T09:26:28.471" v="763" actId="26606"/>
          <ac:cxnSpMkLst>
            <pc:docMk/>
            <pc:sldMk cId="3125480362" sldId="447"/>
            <ac:cxnSpMk id="32" creationId="{63E94A00-1A92-47F4-9E2D-E51DFF9016D4}"/>
          </ac:cxnSpMkLst>
        </pc:cxnChg>
        <pc:cxnChg chg="add del">
          <ac:chgData name="Tanmay Munigala" userId="dff4a7d6-a0a7-442f-98ac-46a9fd5bc68a" providerId="ADAL" clId="{5AE6FD5E-924A-4A88-A73E-C6EBE0D83A0F}" dt="2021-05-16T09:26:28.471" v="763" actId="26606"/>
          <ac:cxnSpMkLst>
            <pc:docMk/>
            <pc:sldMk cId="3125480362" sldId="447"/>
            <ac:cxnSpMk id="35" creationId="{9EBB0476-5CF0-4F44-8D68-5D42D7AEE43A}"/>
          </ac:cxnSpMkLst>
        </pc:cxnChg>
        <pc:cxnChg chg="add del">
          <ac:chgData name="Tanmay Munigala" userId="dff4a7d6-a0a7-442f-98ac-46a9fd5bc68a" providerId="ADAL" clId="{5AE6FD5E-924A-4A88-A73E-C6EBE0D83A0F}" dt="2021-05-16T09:26:28.471" v="763" actId="26606"/>
          <ac:cxnSpMkLst>
            <pc:docMk/>
            <pc:sldMk cId="3125480362" sldId="447"/>
            <ac:cxnSpMk id="38" creationId="{FE1A49CE-B63D-457A-A180-1C883E1A63D2}"/>
          </ac:cxnSpMkLst>
        </pc:cxnChg>
        <pc:cxnChg chg="add del">
          <ac:chgData name="Tanmay Munigala" userId="dff4a7d6-a0a7-442f-98ac-46a9fd5bc68a" providerId="ADAL" clId="{5AE6FD5E-924A-4A88-A73E-C6EBE0D83A0F}" dt="2021-05-16T09:26:42.422" v="767" actId="26606"/>
          <ac:cxnSpMkLst>
            <pc:docMk/>
            <pc:sldMk cId="3125480362" sldId="447"/>
            <ac:cxnSpMk id="43" creationId="{8042755C-F24C-4D08-8E4C-E646382C3634}"/>
          </ac:cxnSpMkLst>
        </pc:cxnChg>
        <pc:cxnChg chg="add del">
          <ac:chgData name="Tanmay Munigala" userId="dff4a7d6-a0a7-442f-98ac-46a9fd5bc68a" providerId="ADAL" clId="{5AE6FD5E-924A-4A88-A73E-C6EBE0D83A0F}" dt="2021-05-16T09:26:42.422" v="767" actId="26606"/>
          <ac:cxnSpMkLst>
            <pc:docMk/>
            <pc:sldMk cId="3125480362" sldId="447"/>
            <ac:cxnSpMk id="44" creationId="{63E94A00-1A92-47F4-9E2D-E51DFF9016D4}"/>
          </ac:cxnSpMkLst>
        </pc:cxnChg>
        <pc:cxnChg chg="add del">
          <ac:chgData name="Tanmay Munigala" userId="dff4a7d6-a0a7-442f-98ac-46a9fd5bc68a" providerId="ADAL" clId="{5AE6FD5E-924A-4A88-A73E-C6EBE0D83A0F}" dt="2021-05-16T09:26:42.422" v="767" actId="26606"/>
          <ac:cxnSpMkLst>
            <pc:docMk/>
            <pc:sldMk cId="3125480362" sldId="447"/>
            <ac:cxnSpMk id="47" creationId="{9EBB0476-5CF0-4F44-8D68-5D42D7AEE43A}"/>
          </ac:cxnSpMkLst>
        </pc:cxnChg>
        <pc:cxnChg chg="add del">
          <ac:chgData name="Tanmay Munigala" userId="dff4a7d6-a0a7-442f-98ac-46a9fd5bc68a" providerId="ADAL" clId="{5AE6FD5E-924A-4A88-A73E-C6EBE0D83A0F}" dt="2021-05-16T09:26:42.422" v="767" actId="26606"/>
          <ac:cxnSpMkLst>
            <pc:docMk/>
            <pc:sldMk cId="3125480362" sldId="447"/>
            <ac:cxnSpMk id="50" creationId="{FE1A49CE-B63D-457A-A180-1C883E1A63D2}"/>
          </ac:cxnSpMkLst>
        </pc:cxnChg>
        <pc:cxnChg chg="add del">
          <ac:chgData name="Tanmay Munigala" userId="dff4a7d6-a0a7-442f-98ac-46a9fd5bc68a" providerId="ADAL" clId="{5AE6FD5E-924A-4A88-A73E-C6EBE0D83A0F}" dt="2021-05-16T09:36:04.965" v="894" actId="26606"/>
          <ac:cxnSpMkLst>
            <pc:docMk/>
            <pc:sldMk cId="3125480362" sldId="447"/>
            <ac:cxnSpMk id="53" creationId="{2924498D-E084-44BE-A196-CFCE35564350}"/>
          </ac:cxnSpMkLst>
        </pc:cxnChg>
        <pc:cxnChg chg="add del">
          <ac:chgData name="Tanmay Munigala" userId="dff4a7d6-a0a7-442f-98ac-46a9fd5bc68a" providerId="ADAL" clId="{5AE6FD5E-924A-4A88-A73E-C6EBE0D83A0F}" dt="2021-05-16T09:36:04.965" v="894" actId="26606"/>
          <ac:cxnSpMkLst>
            <pc:docMk/>
            <pc:sldMk cId="3125480362" sldId="447"/>
            <ac:cxnSpMk id="54" creationId="{14C12901-9FCC-461E-A64A-89B4791235E9}"/>
          </ac:cxnSpMkLst>
        </pc:cxnChg>
      </pc:sldChg>
      <pc:sldChg chg="addSp delSp modSp mod modClrScheme chgLayout">
        <pc:chgData name="Tanmay Munigala" userId="dff4a7d6-a0a7-442f-98ac-46a9fd5bc68a" providerId="ADAL" clId="{5AE6FD5E-924A-4A88-A73E-C6EBE0D83A0F}" dt="2021-05-16T10:58:42.146" v="2832" actId="1076"/>
        <pc:sldMkLst>
          <pc:docMk/>
          <pc:sldMk cId="3844217041" sldId="449"/>
        </pc:sldMkLst>
        <pc:spChg chg="mod ord">
          <ac:chgData name="Tanmay Munigala" userId="dff4a7d6-a0a7-442f-98ac-46a9fd5bc68a" providerId="ADAL" clId="{5AE6FD5E-924A-4A88-A73E-C6EBE0D83A0F}" dt="2021-05-16T10:58:12.558" v="2825" actId="700"/>
          <ac:spMkLst>
            <pc:docMk/>
            <pc:sldMk cId="3844217041" sldId="449"/>
            <ac:spMk id="2" creationId="{00000000-0000-0000-0000-000000000000}"/>
          </ac:spMkLst>
        </pc:spChg>
        <pc:spChg chg="mod">
          <ac:chgData name="Tanmay Munigala" userId="dff4a7d6-a0a7-442f-98ac-46a9fd5bc68a" providerId="ADAL" clId="{5AE6FD5E-924A-4A88-A73E-C6EBE0D83A0F}" dt="2021-05-16T10:58:42.146" v="2832" actId="1076"/>
          <ac:spMkLst>
            <pc:docMk/>
            <pc:sldMk cId="3844217041" sldId="449"/>
            <ac:spMk id="3" creationId="{E270589A-6706-5144-BCD3-12E2CD443333}"/>
          </ac:spMkLst>
        </pc:spChg>
        <pc:spChg chg="add del mod ord">
          <ac:chgData name="Tanmay Munigala" userId="dff4a7d6-a0a7-442f-98ac-46a9fd5bc68a" providerId="ADAL" clId="{5AE6FD5E-924A-4A88-A73E-C6EBE0D83A0F}" dt="2021-05-16T10:58:09.581" v="2824" actId="700"/>
          <ac:spMkLst>
            <pc:docMk/>
            <pc:sldMk cId="3844217041" sldId="449"/>
            <ac:spMk id="4" creationId="{500D9F1B-8804-4CF6-93EC-7FC632C788C8}"/>
          </ac:spMkLst>
        </pc:spChg>
        <pc:spChg chg="del">
          <ac:chgData name="Tanmay Munigala" userId="dff4a7d6-a0a7-442f-98ac-46a9fd5bc68a" providerId="ADAL" clId="{5AE6FD5E-924A-4A88-A73E-C6EBE0D83A0F}" dt="2021-05-16T10:58:37.538" v="2831" actId="478"/>
          <ac:spMkLst>
            <pc:docMk/>
            <pc:sldMk cId="3844217041" sldId="449"/>
            <ac:spMk id="6" creationId="{B6D2101D-BB68-4146-81B0-70444D9E5E78}"/>
          </ac:spMkLst>
        </pc:spChg>
        <pc:spChg chg="del">
          <ac:chgData name="Tanmay Munigala" userId="dff4a7d6-a0a7-442f-98ac-46a9fd5bc68a" providerId="ADAL" clId="{5AE6FD5E-924A-4A88-A73E-C6EBE0D83A0F}" dt="2021-05-16T10:58:36.138" v="2830" actId="478"/>
          <ac:spMkLst>
            <pc:docMk/>
            <pc:sldMk cId="3844217041" sldId="449"/>
            <ac:spMk id="7" creationId="{8EB376DA-010D-0643-8247-78F23F1CE138}"/>
          </ac:spMkLst>
        </pc:spChg>
        <pc:picChg chg="mod">
          <ac:chgData name="Tanmay Munigala" userId="dff4a7d6-a0a7-442f-98ac-46a9fd5bc68a" providerId="ADAL" clId="{5AE6FD5E-924A-4A88-A73E-C6EBE0D83A0F}" dt="2021-05-16T10:58:34.417" v="2829" actId="1076"/>
          <ac:picMkLst>
            <pc:docMk/>
            <pc:sldMk cId="3844217041" sldId="449"/>
            <ac:picMk id="8" creationId="{B0C0D6F3-AC89-9D46-96CB-39A585604562}"/>
          </ac:picMkLst>
        </pc:picChg>
      </pc:sldChg>
      <pc:sldChg chg="modSp mod modClrScheme chgLayout">
        <pc:chgData name="Tanmay Munigala" userId="dff4a7d6-a0a7-442f-98ac-46a9fd5bc68a" providerId="ADAL" clId="{5AE6FD5E-924A-4A88-A73E-C6EBE0D83A0F}" dt="2021-05-16T11:24:15.077" v="3541" actId="14100"/>
        <pc:sldMkLst>
          <pc:docMk/>
          <pc:sldMk cId="460939572" sldId="456"/>
        </pc:sldMkLst>
        <pc:spChg chg="mod ord">
          <ac:chgData name="Tanmay Munigala" userId="dff4a7d6-a0a7-442f-98ac-46a9fd5bc68a" providerId="ADAL" clId="{5AE6FD5E-924A-4A88-A73E-C6EBE0D83A0F}" dt="2021-05-16T10:53:42.451" v="2663" actId="700"/>
          <ac:spMkLst>
            <pc:docMk/>
            <pc:sldMk cId="460939572" sldId="456"/>
            <ac:spMk id="2" creationId="{00000000-0000-0000-0000-000000000000}"/>
          </ac:spMkLst>
        </pc:spChg>
        <pc:spChg chg="mod">
          <ac:chgData name="Tanmay Munigala" userId="dff4a7d6-a0a7-442f-98ac-46a9fd5bc68a" providerId="ADAL" clId="{5AE6FD5E-924A-4A88-A73E-C6EBE0D83A0F}" dt="2021-05-16T11:24:15.077" v="3541" actId="14100"/>
          <ac:spMkLst>
            <pc:docMk/>
            <pc:sldMk cId="460939572" sldId="456"/>
            <ac:spMk id="4" creationId="{15893707-A1E9-5244-A734-93631D595068}"/>
          </ac:spMkLst>
        </pc:spChg>
        <pc:spChg chg="mod">
          <ac:chgData name="Tanmay Munigala" userId="dff4a7d6-a0a7-442f-98ac-46a9fd5bc68a" providerId="ADAL" clId="{5AE6FD5E-924A-4A88-A73E-C6EBE0D83A0F}" dt="2021-05-16T11:23:47.146" v="3535" actId="122"/>
          <ac:spMkLst>
            <pc:docMk/>
            <pc:sldMk cId="460939572" sldId="456"/>
            <ac:spMk id="5" creationId="{3F4E2F8F-A064-4AD4-946C-DDD354D48CE8}"/>
          </ac:spMkLst>
        </pc:spChg>
        <pc:spChg chg="mod">
          <ac:chgData name="Tanmay Munigala" userId="dff4a7d6-a0a7-442f-98ac-46a9fd5bc68a" providerId="ADAL" clId="{5AE6FD5E-924A-4A88-A73E-C6EBE0D83A0F}" dt="2021-05-16T11:23:49.554" v="3536" actId="122"/>
          <ac:spMkLst>
            <pc:docMk/>
            <pc:sldMk cId="460939572" sldId="456"/>
            <ac:spMk id="6" creationId="{23E6EEE8-0AA2-4F67-80DB-5F34BC9DFD7F}"/>
          </ac:spMkLst>
        </pc:spChg>
      </pc:sldChg>
      <pc:sldChg chg="addSp modSp mod modClrScheme chgLayout">
        <pc:chgData name="Tanmay Munigala" userId="dff4a7d6-a0a7-442f-98ac-46a9fd5bc68a" providerId="ADAL" clId="{5AE6FD5E-924A-4A88-A73E-C6EBE0D83A0F}" dt="2021-05-16T11:40:04.860" v="4391" actId="113"/>
        <pc:sldMkLst>
          <pc:docMk/>
          <pc:sldMk cId="2364355109" sldId="457"/>
        </pc:sldMkLst>
        <pc:spChg chg="mod ord">
          <ac:chgData name="Tanmay Munigala" userId="dff4a7d6-a0a7-442f-98ac-46a9fd5bc68a" providerId="ADAL" clId="{5AE6FD5E-924A-4A88-A73E-C6EBE0D83A0F}" dt="2021-05-16T10:48:55.581" v="2611" actId="700"/>
          <ac:spMkLst>
            <pc:docMk/>
            <pc:sldMk cId="2364355109" sldId="457"/>
            <ac:spMk id="2" creationId="{00000000-0000-0000-0000-000000000000}"/>
          </ac:spMkLst>
        </pc:spChg>
        <pc:spChg chg="mod">
          <ac:chgData name="Tanmay Munigala" userId="dff4a7d6-a0a7-442f-98ac-46a9fd5bc68a" providerId="ADAL" clId="{5AE6FD5E-924A-4A88-A73E-C6EBE0D83A0F}" dt="2021-05-16T11:40:04.860" v="4391" actId="113"/>
          <ac:spMkLst>
            <pc:docMk/>
            <pc:sldMk cId="2364355109" sldId="457"/>
            <ac:spMk id="3" creationId="{E270589A-6706-5144-BCD3-12E2CD443333}"/>
          </ac:spMkLst>
        </pc:spChg>
        <pc:spChg chg="add mod">
          <ac:chgData name="Tanmay Munigala" userId="dff4a7d6-a0a7-442f-98ac-46a9fd5bc68a" providerId="ADAL" clId="{5AE6FD5E-924A-4A88-A73E-C6EBE0D83A0F}" dt="2021-05-16T11:39:26.914" v="4379" actId="20577"/>
          <ac:spMkLst>
            <pc:docMk/>
            <pc:sldMk cId="2364355109" sldId="457"/>
            <ac:spMk id="4" creationId="{334D900D-4B5D-4AF6-9AA4-2A16C6A06C89}"/>
          </ac:spMkLst>
        </pc:spChg>
      </pc:sldChg>
      <pc:sldChg chg="addSp delSp modSp mod modClrScheme chgLayout">
        <pc:chgData name="Tanmay Munigala" userId="dff4a7d6-a0a7-442f-98ac-46a9fd5bc68a" providerId="ADAL" clId="{5AE6FD5E-924A-4A88-A73E-C6EBE0D83A0F}" dt="2021-05-16T11:20:14.135" v="3521" actId="1076"/>
        <pc:sldMkLst>
          <pc:docMk/>
          <pc:sldMk cId="2247374110" sldId="458"/>
        </pc:sldMkLst>
        <pc:spChg chg="mod ord">
          <ac:chgData name="Tanmay Munigala" userId="dff4a7d6-a0a7-442f-98ac-46a9fd5bc68a" providerId="ADAL" clId="{5AE6FD5E-924A-4A88-A73E-C6EBE0D83A0F}" dt="2021-05-16T10:50:08.160" v="2622" actId="700"/>
          <ac:spMkLst>
            <pc:docMk/>
            <pc:sldMk cId="2247374110" sldId="458"/>
            <ac:spMk id="2" creationId="{00000000-0000-0000-0000-000000000000}"/>
          </ac:spMkLst>
        </pc:spChg>
        <pc:spChg chg="del mod">
          <ac:chgData name="Tanmay Munigala" userId="dff4a7d6-a0a7-442f-98ac-46a9fd5bc68a" providerId="ADAL" clId="{5AE6FD5E-924A-4A88-A73E-C6EBE0D83A0F}" dt="2021-05-16T10:50:12.300" v="2623" actId="478"/>
          <ac:spMkLst>
            <pc:docMk/>
            <pc:sldMk cId="2247374110" sldId="458"/>
            <ac:spMk id="3" creationId="{E270589A-6706-5144-BCD3-12E2CD443333}"/>
          </ac:spMkLst>
        </pc:spChg>
        <pc:spChg chg="add del mod ord">
          <ac:chgData name="Tanmay Munigala" userId="dff4a7d6-a0a7-442f-98ac-46a9fd5bc68a" providerId="ADAL" clId="{5AE6FD5E-924A-4A88-A73E-C6EBE0D83A0F}" dt="2021-05-16T10:49:59.577" v="2621" actId="700"/>
          <ac:spMkLst>
            <pc:docMk/>
            <pc:sldMk cId="2247374110" sldId="458"/>
            <ac:spMk id="5" creationId="{B49B8A52-D5F4-4E0E-B054-6EFDBF66BFBF}"/>
          </ac:spMkLst>
        </pc:spChg>
        <pc:spChg chg="add del mod ord">
          <ac:chgData name="Tanmay Munigala" userId="dff4a7d6-a0a7-442f-98ac-46a9fd5bc68a" providerId="ADAL" clId="{5AE6FD5E-924A-4A88-A73E-C6EBE0D83A0F}" dt="2021-05-16T10:50:27.141" v="2625" actId="478"/>
          <ac:spMkLst>
            <pc:docMk/>
            <pc:sldMk cId="2247374110" sldId="458"/>
            <ac:spMk id="6" creationId="{5DF2A62E-AD3C-4626-9CCF-E90663595BA0}"/>
          </ac:spMkLst>
        </pc:spChg>
        <pc:graphicFrameChg chg="mod modGraphic">
          <ac:chgData name="Tanmay Munigala" userId="dff4a7d6-a0a7-442f-98ac-46a9fd5bc68a" providerId="ADAL" clId="{5AE6FD5E-924A-4A88-A73E-C6EBE0D83A0F}" dt="2021-05-16T11:20:14.135" v="3521" actId="1076"/>
          <ac:graphicFrameMkLst>
            <pc:docMk/>
            <pc:sldMk cId="2247374110" sldId="458"/>
            <ac:graphicFrameMk id="4" creationId="{589E2A11-B295-4255-BB68-55AD645B8ED0}"/>
          </ac:graphicFrameMkLst>
        </pc:graphicFrameChg>
      </pc:sldChg>
      <pc:sldChg chg="addSp delSp modSp mod setBg">
        <pc:chgData name="Tanmay Munigala" userId="dff4a7d6-a0a7-442f-98ac-46a9fd5bc68a" providerId="ADAL" clId="{5AE6FD5E-924A-4A88-A73E-C6EBE0D83A0F}" dt="2021-05-16T11:41:08.934" v="4398" actId="113"/>
        <pc:sldMkLst>
          <pc:docMk/>
          <pc:sldMk cId="1380833845" sldId="459"/>
        </pc:sldMkLst>
        <pc:spChg chg="mod">
          <ac:chgData name="Tanmay Munigala" userId="dff4a7d6-a0a7-442f-98ac-46a9fd5bc68a" providerId="ADAL" clId="{5AE6FD5E-924A-4A88-A73E-C6EBE0D83A0F}" dt="2021-05-16T11:14:52.542" v="3324" actId="113"/>
          <ac:spMkLst>
            <pc:docMk/>
            <pc:sldMk cId="1380833845" sldId="459"/>
            <ac:spMk id="2" creationId="{00000000-0000-0000-0000-000000000000}"/>
          </ac:spMkLst>
        </pc:spChg>
        <pc:spChg chg="del mod">
          <ac:chgData name="Tanmay Munigala" userId="dff4a7d6-a0a7-442f-98ac-46a9fd5bc68a" providerId="ADAL" clId="{5AE6FD5E-924A-4A88-A73E-C6EBE0D83A0F}" dt="2021-05-16T10:56:20.438" v="2690" actId="26606"/>
          <ac:spMkLst>
            <pc:docMk/>
            <pc:sldMk cId="1380833845" sldId="459"/>
            <ac:spMk id="3" creationId="{E270589A-6706-5144-BCD3-12E2CD443333}"/>
          </ac:spMkLst>
        </pc:spChg>
        <pc:spChg chg="add">
          <ac:chgData name="Tanmay Munigala" userId="dff4a7d6-a0a7-442f-98ac-46a9fd5bc68a" providerId="ADAL" clId="{5AE6FD5E-924A-4A88-A73E-C6EBE0D83A0F}" dt="2021-05-16T10:56:20.438" v="2690" actId="26606"/>
          <ac:spMkLst>
            <pc:docMk/>
            <pc:sldMk cId="1380833845" sldId="459"/>
            <ac:spMk id="9" creationId="{17424F32-2789-4FF9-8E8A-1252284BF600}"/>
          </ac:spMkLst>
        </pc:spChg>
        <pc:spChg chg="add">
          <ac:chgData name="Tanmay Munigala" userId="dff4a7d6-a0a7-442f-98ac-46a9fd5bc68a" providerId="ADAL" clId="{5AE6FD5E-924A-4A88-A73E-C6EBE0D83A0F}" dt="2021-05-16T10:56:20.438" v="2690" actId="26606"/>
          <ac:spMkLst>
            <pc:docMk/>
            <pc:sldMk cId="1380833845" sldId="459"/>
            <ac:spMk id="17" creationId="{32D32A60-013B-47A8-8833-D2424080917B}"/>
          </ac:spMkLst>
        </pc:spChg>
        <pc:spChg chg="add">
          <ac:chgData name="Tanmay Munigala" userId="dff4a7d6-a0a7-442f-98ac-46a9fd5bc68a" providerId="ADAL" clId="{5AE6FD5E-924A-4A88-A73E-C6EBE0D83A0F}" dt="2021-05-16T10:56:20.438" v="2690" actId="26606"/>
          <ac:spMkLst>
            <pc:docMk/>
            <pc:sldMk cId="1380833845" sldId="459"/>
            <ac:spMk id="19" creationId="{AE27932B-B694-4C4C-90D7-A0333A7C5876}"/>
          </ac:spMkLst>
        </pc:spChg>
        <pc:spChg chg="add">
          <ac:chgData name="Tanmay Munigala" userId="dff4a7d6-a0a7-442f-98ac-46a9fd5bc68a" providerId="ADAL" clId="{5AE6FD5E-924A-4A88-A73E-C6EBE0D83A0F}" dt="2021-05-16T10:56:20.438" v="2690" actId="26606"/>
          <ac:spMkLst>
            <pc:docMk/>
            <pc:sldMk cId="1380833845" sldId="459"/>
            <ac:spMk id="23" creationId="{A9DA474E-6B91-4200-840F-0257B2358A75}"/>
          </ac:spMkLst>
        </pc:spChg>
        <pc:graphicFrameChg chg="add mod">
          <ac:chgData name="Tanmay Munigala" userId="dff4a7d6-a0a7-442f-98ac-46a9fd5bc68a" providerId="ADAL" clId="{5AE6FD5E-924A-4A88-A73E-C6EBE0D83A0F}" dt="2021-05-16T11:41:08.934" v="4398" actId="113"/>
          <ac:graphicFrameMkLst>
            <pc:docMk/>
            <pc:sldMk cId="1380833845" sldId="459"/>
            <ac:graphicFrameMk id="5" creationId="{4450342C-4233-41EC-9C31-71873551AC72}"/>
          </ac:graphicFrameMkLst>
        </pc:graphicFrameChg>
        <pc:picChg chg="add">
          <ac:chgData name="Tanmay Munigala" userId="dff4a7d6-a0a7-442f-98ac-46a9fd5bc68a" providerId="ADAL" clId="{5AE6FD5E-924A-4A88-A73E-C6EBE0D83A0F}" dt="2021-05-16T10:56:20.438" v="2690" actId="26606"/>
          <ac:picMkLst>
            <pc:docMk/>
            <pc:sldMk cId="1380833845" sldId="459"/>
            <ac:picMk id="11" creationId="{D708C46E-BB60-4B97-8327-D3A475C008E5}"/>
          </ac:picMkLst>
        </pc:picChg>
        <pc:picChg chg="add">
          <ac:chgData name="Tanmay Munigala" userId="dff4a7d6-a0a7-442f-98ac-46a9fd5bc68a" providerId="ADAL" clId="{5AE6FD5E-924A-4A88-A73E-C6EBE0D83A0F}" dt="2021-05-16T10:56:20.438" v="2690" actId="26606"/>
          <ac:picMkLst>
            <pc:docMk/>
            <pc:sldMk cId="1380833845" sldId="459"/>
            <ac:picMk id="25" creationId="{DF63C9AD-AE6E-4512-8171-91612E84CCFB}"/>
          </ac:picMkLst>
        </pc:picChg>
        <pc:picChg chg="add del">
          <ac:chgData name="Tanmay Munigala" userId="dff4a7d6-a0a7-442f-98ac-46a9fd5bc68a" providerId="ADAL" clId="{5AE6FD5E-924A-4A88-A73E-C6EBE0D83A0F}" dt="2021-05-16T10:25:15.942" v="1787" actId="478"/>
          <ac:picMkLst>
            <pc:docMk/>
            <pc:sldMk cId="1380833845" sldId="459"/>
            <ac:picMk id="2050" creationId="{5860CC33-87A4-4EFC-924E-CE2A0738ECB5}"/>
          </ac:picMkLst>
        </pc:picChg>
        <pc:cxnChg chg="add">
          <ac:chgData name="Tanmay Munigala" userId="dff4a7d6-a0a7-442f-98ac-46a9fd5bc68a" providerId="ADAL" clId="{5AE6FD5E-924A-4A88-A73E-C6EBE0D83A0F}" dt="2021-05-16T10:56:20.438" v="2690" actId="26606"/>
          <ac:cxnSpMkLst>
            <pc:docMk/>
            <pc:sldMk cId="1380833845" sldId="459"/>
            <ac:cxnSpMk id="13" creationId="{8042755C-F24C-4D08-8E4C-E646382C3634}"/>
          </ac:cxnSpMkLst>
        </pc:cxnChg>
        <pc:cxnChg chg="add">
          <ac:chgData name="Tanmay Munigala" userId="dff4a7d6-a0a7-442f-98ac-46a9fd5bc68a" providerId="ADAL" clId="{5AE6FD5E-924A-4A88-A73E-C6EBE0D83A0F}" dt="2021-05-16T10:56:20.438" v="2690" actId="26606"/>
          <ac:cxnSpMkLst>
            <pc:docMk/>
            <pc:sldMk cId="1380833845" sldId="459"/>
            <ac:cxnSpMk id="15" creationId="{63E94A00-1A92-47F4-9E2D-E51DFF9016D4}"/>
          </ac:cxnSpMkLst>
        </pc:cxnChg>
        <pc:cxnChg chg="add">
          <ac:chgData name="Tanmay Munigala" userId="dff4a7d6-a0a7-442f-98ac-46a9fd5bc68a" providerId="ADAL" clId="{5AE6FD5E-924A-4A88-A73E-C6EBE0D83A0F}" dt="2021-05-16T10:56:20.438" v="2690" actId="26606"/>
          <ac:cxnSpMkLst>
            <pc:docMk/>
            <pc:sldMk cId="1380833845" sldId="459"/>
            <ac:cxnSpMk id="21" creationId="{9EBB0476-5CF0-4F44-8D68-5D42D7AEE43A}"/>
          </ac:cxnSpMkLst>
        </pc:cxnChg>
        <pc:cxnChg chg="add">
          <ac:chgData name="Tanmay Munigala" userId="dff4a7d6-a0a7-442f-98ac-46a9fd5bc68a" providerId="ADAL" clId="{5AE6FD5E-924A-4A88-A73E-C6EBE0D83A0F}" dt="2021-05-16T10:56:20.438" v="2690" actId="26606"/>
          <ac:cxnSpMkLst>
            <pc:docMk/>
            <pc:sldMk cId="1380833845" sldId="459"/>
            <ac:cxnSpMk id="27" creationId="{FE1A49CE-B63D-457A-A180-1C883E1A63D2}"/>
          </ac:cxnSpMkLst>
        </pc:cxnChg>
      </pc:sldChg>
      <pc:sldChg chg="addSp delSp modSp mod setBg modClrScheme chgLayout">
        <pc:chgData name="Tanmay Munigala" userId="dff4a7d6-a0a7-442f-98ac-46a9fd5bc68a" providerId="ADAL" clId="{5AE6FD5E-924A-4A88-A73E-C6EBE0D83A0F}" dt="2021-05-16T11:41:40.139" v="4403" actId="113"/>
        <pc:sldMkLst>
          <pc:docMk/>
          <pc:sldMk cId="2615335854" sldId="460"/>
        </pc:sldMkLst>
        <pc:spChg chg="mod ord">
          <ac:chgData name="Tanmay Munigala" userId="dff4a7d6-a0a7-442f-98ac-46a9fd5bc68a" providerId="ADAL" clId="{5AE6FD5E-924A-4A88-A73E-C6EBE0D83A0F}" dt="2021-05-16T11:14:48.693" v="3323" actId="113"/>
          <ac:spMkLst>
            <pc:docMk/>
            <pc:sldMk cId="2615335854" sldId="460"/>
            <ac:spMk id="2" creationId="{00000000-0000-0000-0000-000000000000}"/>
          </ac:spMkLst>
        </pc:spChg>
        <pc:spChg chg="add del mod">
          <ac:chgData name="Tanmay Munigala" userId="dff4a7d6-a0a7-442f-98ac-46a9fd5bc68a" providerId="ADAL" clId="{5AE6FD5E-924A-4A88-A73E-C6EBE0D83A0F}" dt="2021-05-16T10:56:03.899" v="2688" actId="26606"/>
          <ac:spMkLst>
            <pc:docMk/>
            <pc:sldMk cId="2615335854" sldId="460"/>
            <ac:spMk id="3" creationId="{E270589A-6706-5144-BCD3-12E2CD443333}"/>
          </ac:spMkLst>
        </pc:spChg>
        <pc:spChg chg="add">
          <ac:chgData name="Tanmay Munigala" userId="dff4a7d6-a0a7-442f-98ac-46a9fd5bc68a" providerId="ADAL" clId="{5AE6FD5E-924A-4A88-A73E-C6EBE0D83A0F}" dt="2021-05-16T10:56:03.899" v="2688" actId="26606"/>
          <ac:spMkLst>
            <pc:docMk/>
            <pc:sldMk cId="2615335854" sldId="460"/>
            <ac:spMk id="6" creationId="{17424F32-2789-4FF9-8E8A-1252284BF600}"/>
          </ac:spMkLst>
        </pc:spChg>
        <pc:spChg chg="add del">
          <ac:chgData name="Tanmay Munigala" userId="dff4a7d6-a0a7-442f-98ac-46a9fd5bc68a" providerId="ADAL" clId="{5AE6FD5E-924A-4A88-A73E-C6EBE0D83A0F}" dt="2021-05-16T10:55:58.807" v="2687" actId="26606"/>
          <ac:spMkLst>
            <pc:docMk/>
            <pc:sldMk cId="2615335854" sldId="460"/>
            <ac:spMk id="9" creationId="{17424F32-2789-4FF9-8E8A-1252284BF600}"/>
          </ac:spMkLst>
        </pc:spChg>
        <pc:spChg chg="add">
          <ac:chgData name="Tanmay Munigala" userId="dff4a7d6-a0a7-442f-98ac-46a9fd5bc68a" providerId="ADAL" clId="{5AE6FD5E-924A-4A88-A73E-C6EBE0D83A0F}" dt="2021-05-16T10:56:03.899" v="2688" actId="26606"/>
          <ac:spMkLst>
            <pc:docMk/>
            <pc:sldMk cId="2615335854" sldId="460"/>
            <ac:spMk id="12" creationId="{32D32A60-013B-47A8-8833-D2424080917B}"/>
          </ac:spMkLst>
        </pc:spChg>
        <pc:spChg chg="add">
          <ac:chgData name="Tanmay Munigala" userId="dff4a7d6-a0a7-442f-98ac-46a9fd5bc68a" providerId="ADAL" clId="{5AE6FD5E-924A-4A88-A73E-C6EBE0D83A0F}" dt="2021-05-16T10:56:03.899" v="2688" actId="26606"/>
          <ac:spMkLst>
            <pc:docMk/>
            <pc:sldMk cId="2615335854" sldId="460"/>
            <ac:spMk id="14" creationId="{AE27932B-B694-4C4C-90D7-A0333A7C5876}"/>
          </ac:spMkLst>
        </pc:spChg>
        <pc:spChg chg="add del">
          <ac:chgData name="Tanmay Munigala" userId="dff4a7d6-a0a7-442f-98ac-46a9fd5bc68a" providerId="ADAL" clId="{5AE6FD5E-924A-4A88-A73E-C6EBE0D83A0F}" dt="2021-05-16T10:55:58.807" v="2687" actId="26606"/>
          <ac:spMkLst>
            <pc:docMk/>
            <pc:sldMk cId="2615335854" sldId="460"/>
            <ac:spMk id="17" creationId="{32D32A60-013B-47A8-8833-D2424080917B}"/>
          </ac:spMkLst>
        </pc:spChg>
        <pc:spChg chg="add">
          <ac:chgData name="Tanmay Munigala" userId="dff4a7d6-a0a7-442f-98ac-46a9fd5bc68a" providerId="ADAL" clId="{5AE6FD5E-924A-4A88-A73E-C6EBE0D83A0F}" dt="2021-05-16T10:56:03.899" v="2688" actId="26606"/>
          <ac:spMkLst>
            <pc:docMk/>
            <pc:sldMk cId="2615335854" sldId="460"/>
            <ac:spMk id="18" creationId="{A9DA474E-6B91-4200-840F-0257B2358A75}"/>
          </ac:spMkLst>
        </pc:spChg>
        <pc:spChg chg="add del">
          <ac:chgData name="Tanmay Munigala" userId="dff4a7d6-a0a7-442f-98ac-46a9fd5bc68a" providerId="ADAL" clId="{5AE6FD5E-924A-4A88-A73E-C6EBE0D83A0F}" dt="2021-05-16T10:55:58.807" v="2687" actId="26606"/>
          <ac:spMkLst>
            <pc:docMk/>
            <pc:sldMk cId="2615335854" sldId="460"/>
            <ac:spMk id="19" creationId="{AE27932B-B694-4C4C-90D7-A0333A7C5876}"/>
          </ac:spMkLst>
        </pc:spChg>
        <pc:spChg chg="add del">
          <ac:chgData name="Tanmay Munigala" userId="dff4a7d6-a0a7-442f-98ac-46a9fd5bc68a" providerId="ADAL" clId="{5AE6FD5E-924A-4A88-A73E-C6EBE0D83A0F}" dt="2021-05-16T10:55:58.807" v="2687" actId="26606"/>
          <ac:spMkLst>
            <pc:docMk/>
            <pc:sldMk cId="2615335854" sldId="460"/>
            <ac:spMk id="23" creationId="{A9DA474E-6B91-4200-840F-0257B2358A75}"/>
          </ac:spMkLst>
        </pc:spChg>
        <pc:graphicFrameChg chg="add del">
          <ac:chgData name="Tanmay Munigala" userId="dff4a7d6-a0a7-442f-98ac-46a9fd5bc68a" providerId="ADAL" clId="{5AE6FD5E-924A-4A88-A73E-C6EBE0D83A0F}" dt="2021-05-16T10:55:58.807" v="2687" actId="26606"/>
          <ac:graphicFrameMkLst>
            <pc:docMk/>
            <pc:sldMk cId="2615335854" sldId="460"/>
            <ac:graphicFrameMk id="5" creationId="{0D905B7D-AFCE-488D-B1B4-78C88B6027E5}"/>
          </ac:graphicFrameMkLst>
        </pc:graphicFrameChg>
        <pc:graphicFrameChg chg="add mod">
          <ac:chgData name="Tanmay Munigala" userId="dff4a7d6-a0a7-442f-98ac-46a9fd5bc68a" providerId="ADAL" clId="{5AE6FD5E-924A-4A88-A73E-C6EBE0D83A0F}" dt="2021-05-16T11:41:40.139" v="4403" actId="113"/>
          <ac:graphicFrameMkLst>
            <pc:docMk/>
            <pc:sldMk cId="2615335854" sldId="460"/>
            <ac:graphicFrameMk id="24" creationId="{0D905B7D-AFCE-488D-B1B4-78C88B6027E5}"/>
          </ac:graphicFrameMkLst>
        </pc:graphicFrameChg>
        <pc:picChg chg="add">
          <ac:chgData name="Tanmay Munigala" userId="dff4a7d6-a0a7-442f-98ac-46a9fd5bc68a" providerId="ADAL" clId="{5AE6FD5E-924A-4A88-A73E-C6EBE0D83A0F}" dt="2021-05-16T10:56:03.899" v="2688" actId="26606"/>
          <ac:picMkLst>
            <pc:docMk/>
            <pc:sldMk cId="2615335854" sldId="460"/>
            <ac:picMk id="7" creationId="{D708C46E-BB60-4B97-8327-D3A475C008E5}"/>
          </ac:picMkLst>
        </pc:picChg>
        <pc:picChg chg="add del">
          <ac:chgData name="Tanmay Munigala" userId="dff4a7d6-a0a7-442f-98ac-46a9fd5bc68a" providerId="ADAL" clId="{5AE6FD5E-924A-4A88-A73E-C6EBE0D83A0F}" dt="2021-05-16T10:55:58.807" v="2687" actId="26606"/>
          <ac:picMkLst>
            <pc:docMk/>
            <pc:sldMk cId="2615335854" sldId="460"/>
            <ac:picMk id="11" creationId="{D708C46E-BB60-4B97-8327-D3A475C008E5}"/>
          </ac:picMkLst>
        </pc:picChg>
        <pc:picChg chg="add">
          <ac:chgData name="Tanmay Munigala" userId="dff4a7d6-a0a7-442f-98ac-46a9fd5bc68a" providerId="ADAL" clId="{5AE6FD5E-924A-4A88-A73E-C6EBE0D83A0F}" dt="2021-05-16T10:56:03.899" v="2688" actId="26606"/>
          <ac:picMkLst>
            <pc:docMk/>
            <pc:sldMk cId="2615335854" sldId="460"/>
            <ac:picMk id="20" creationId="{DF63C9AD-AE6E-4512-8171-91612E84CCFB}"/>
          </ac:picMkLst>
        </pc:picChg>
        <pc:picChg chg="add del">
          <ac:chgData name="Tanmay Munigala" userId="dff4a7d6-a0a7-442f-98ac-46a9fd5bc68a" providerId="ADAL" clId="{5AE6FD5E-924A-4A88-A73E-C6EBE0D83A0F}" dt="2021-05-16T10:55:58.807" v="2687" actId="26606"/>
          <ac:picMkLst>
            <pc:docMk/>
            <pc:sldMk cId="2615335854" sldId="460"/>
            <ac:picMk id="25" creationId="{DF63C9AD-AE6E-4512-8171-91612E84CCFB}"/>
          </ac:picMkLst>
        </pc:picChg>
        <pc:cxnChg chg="add">
          <ac:chgData name="Tanmay Munigala" userId="dff4a7d6-a0a7-442f-98ac-46a9fd5bc68a" providerId="ADAL" clId="{5AE6FD5E-924A-4A88-A73E-C6EBE0D83A0F}" dt="2021-05-16T10:56:03.899" v="2688" actId="26606"/>
          <ac:cxnSpMkLst>
            <pc:docMk/>
            <pc:sldMk cId="2615335854" sldId="460"/>
            <ac:cxnSpMk id="8" creationId="{8042755C-F24C-4D08-8E4C-E646382C3634}"/>
          </ac:cxnSpMkLst>
        </pc:cxnChg>
        <pc:cxnChg chg="add">
          <ac:chgData name="Tanmay Munigala" userId="dff4a7d6-a0a7-442f-98ac-46a9fd5bc68a" providerId="ADAL" clId="{5AE6FD5E-924A-4A88-A73E-C6EBE0D83A0F}" dt="2021-05-16T10:56:03.899" v="2688" actId="26606"/>
          <ac:cxnSpMkLst>
            <pc:docMk/>
            <pc:sldMk cId="2615335854" sldId="460"/>
            <ac:cxnSpMk id="10" creationId="{63E94A00-1A92-47F4-9E2D-E51DFF9016D4}"/>
          </ac:cxnSpMkLst>
        </pc:cxnChg>
        <pc:cxnChg chg="add del">
          <ac:chgData name="Tanmay Munigala" userId="dff4a7d6-a0a7-442f-98ac-46a9fd5bc68a" providerId="ADAL" clId="{5AE6FD5E-924A-4A88-A73E-C6EBE0D83A0F}" dt="2021-05-16T10:55:58.807" v="2687" actId="26606"/>
          <ac:cxnSpMkLst>
            <pc:docMk/>
            <pc:sldMk cId="2615335854" sldId="460"/>
            <ac:cxnSpMk id="13" creationId="{8042755C-F24C-4D08-8E4C-E646382C3634}"/>
          </ac:cxnSpMkLst>
        </pc:cxnChg>
        <pc:cxnChg chg="add del">
          <ac:chgData name="Tanmay Munigala" userId="dff4a7d6-a0a7-442f-98ac-46a9fd5bc68a" providerId="ADAL" clId="{5AE6FD5E-924A-4A88-A73E-C6EBE0D83A0F}" dt="2021-05-16T10:55:58.807" v="2687" actId="26606"/>
          <ac:cxnSpMkLst>
            <pc:docMk/>
            <pc:sldMk cId="2615335854" sldId="460"/>
            <ac:cxnSpMk id="15" creationId="{63E94A00-1A92-47F4-9E2D-E51DFF9016D4}"/>
          </ac:cxnSpMkLst>
        </pc:cxnChg>
        <pc:cxnChg chg="add">
          <ac:chgData name="Tanmay Munigala" userId="dff4a7d6-a0a7-442f-98ac-46a9fd5bc68a" providerId="ADAL" clId="{5AE6FD5E-924A-4A88-A73E-C6EBE0D83A0F}" dt="2021-05-16T10:56:03.899" v="2688" actId="26606"/>
          <ac:cxnSpMkLst>
            <pc:docMk/>
            <pc:sldMk cId="2615335854" sldId="460"/>
            <ac:cxnSpMk id="16" creationId="{9EBB0476-5CF0-4F44-8D68-5D42D7AEE43A}"/>
          </ac:cxnSpMkLst>
        </pc:cxnChg>
        <pc:cxnChg chg="add del">
          <ac:chgData name="Tanmay Munigala" userId="dff4a7d6-a0a7-442f-98ac-46a9fd5bc68a" providerId="ADAL" clId="{5AE6FD5E-924A-4A88-A73E-C6EBE0D83A0F}" dt="2021-05-16T10:55:58.807" v="2687" actId="26606"/>
          <ac:cxnSpMkLst>
            <pc:docMk/>
            <pc:sldMk cId="2615335854" sldId="460"/>
            <ac:cxnSpMk id="21" creationId="{9EBB0476-5CF0-4F44-8D68-5D42D7AEE43A}"/>
          </ac:cxnSpMkLst>
        </pc:cxnChg>
        <pc:cxnChg chg="add">
          <ac:chgData name="Tanmay Munigala" userId="dff4a7d6-a0a7-442f-98ac-46a9fd5bc68a" providerId="ADAL" clId="{5AE6FD5E-924A-4A88-A73E-C6EBE0D83A0F}" dt="2021-05-16T10:56:03.899" v="2688" actId="26606"/>
          <ac:cxnSpMkLst>
            <pc:docMk/>
            <pc:sldMk cId="2615335854" sldId="460"/>
            <ac:cxnSpMk id="22" creationId="{FE1A49CE-B63D-457A-A180-1C883E1A63D2}"/>
          </ac:cxnSpMkLst>
        </pc:cxnChg>
        <pc:cxnChg chg="add del">
          <ac:chgData name="Tanmay Munigala" userId="dff4a7d6-a0a7-442f-98ac-46a9fd5bc68a" providerId="ADAL" clId="{5AE6FD5E-924A-4A88-A73E-C6EBE0D83A0F}" dt="2021-05-16T10:55:58.807" v="2687" actId="26606"/>
          <ac:cxnSpMkLst>
            <pc:docMk/>
            <pc:sldMk cId="2615335854" sldId="460"/>
            <ac:cxnSpMk id="27" creationId="{FE1A49CE-B63D-457A-A180-1C883E1A63D2}"/>
          </ac:cxnSpMkLst>
        </pc:cxnChg>
      </pc:sldChg>
      <pc:sldChg chg="del">
        <pc:chgData name="Tanmay Munigala" userId="dff4a7d6-a0a7-442f-98ac-46a9fd5bc68a" providerId="ADAL" clId="{5AE6FD5E-924A-4A88-A73E-C6EBE0D83A0F}" dt="2021-05-16T13:31:12.430" v="4501" actId="47"/>
        <pc:sldMkLst>
          <pc:docMk/>
          <pc:sldMk cId="1037108277" sldId="461"/>
        </pc:sldMkLst>
      </pc:sldChg>
      <pc:sldMasterChg chg="addSldLayout delSldLayout modSldLayout">
        <pc:chgData name="Tanmay Munigala" userId="dff4a7d6-a0a7-442f-98ac-46a9fd5bc68a" providerId="ADAL" clId="{5AE6FD5E-924A-4A88-A73E-C6EBE0D83A0F}" dt="2021-05-16T07:14:24.226" v="9" actId="2696"/>
        <pc:sldMasterMkLst>
          <pc:docMk/>
          <pc:sldMasterMk cId="1303591949" sldId="2147483671"/>
        </pc:sldMasterMkLst>
        <pc:sldLayoutChg chg="delSp add del">
          <pc:chgData name="Tanmay Munigala" userId="dff4a7d6-a0a7-442f-98ac-46a9fd5bc68a" providerId="ADAL" clId="{5AE6FD5E-924A-4A88-A73E-C6EBE0D83A0F}" dt="2021-05-16T07:14:24.226" v="9" actId="2696"/>
          <pc:sldLayoutMkLst>
            <pc:docMk/>
            <pc:sldMasterMk cId="1303591949" sldId="2147483671"/>
            <pc:sldLayoutMk cId="2689303440" sldId="2147483683"/>
          </pc:sldLayoutMkLst>
          <pc:grpChg chg="del">
            <ac:chgData name="Tanmay Munigala" userId="dff4a7d6-a0a7-442f-98ac-46a9fd5bc68a" providerId="ADAL" clId="{5AE6FD5E-924A-4A88-A73E-C6EBE0D83A0F}" dt="2021-05-16T07:12:51.766" v="7"/>
            <ac:grpSpMkLst>
              <pc:docMk/>
              <pc:sldMasterMk cId="1303591949" sldId="2147483671"/>
              <pc:sldLayoutMk cId="2689303440" sldId="2147483683"/>
              <ac:grpSpMk id="29" creationId="{00000000-0000-0000-0000-000000000000}"/>
            </ac:grpSpMkLst>
          </pc:grpChg>
          <pc:grpChg chg="del">
            <ac:chgData name="Tanmay Munigala" userId="dff4a7d6-a0a7-442f-98ac-46a9fd5bc68a" providerId="ADAL" clId="{5AE6FD5E-924A-4A88-A73E-C6EBE0D83A0F}" dt="2021-05-16T07:12:51.766" v="7"/>
            <ac:grpSpMkLst>
              <pc:docMk/>
              <pc:sldMasterMk cId="1303591949" sldId="2147483671"/>
              <pc:sldLayoutMk cId="2689303440" sldId="2147483683"/>
              <ac:grpSpMk id="32" creationId="{00000000-0000-0000-0000-000000000000}"/>
            </ac:grpSpMkLst>
          </pc:grpChg>
        </pc:sldLayoutChg>
        <pc:sldLayoutChg chg="delSp">
          <pc:chgData name="Tanmay Munigala" userId="dff4a7d6-a0a7-442f-98ac-46a9fd5bc68a" providerId="ADAL" clId="{5AE6FD5E-924A-4A88-A73E-C6EBE0D83A0F}" dt="2021-05-16T07:12:51.766" v="7"/>
          <pc:sldLayoutMkLst>
            <pc:docMk/>
            <pc:sldMasterMk cId="1303591949" sldId="2147483671"/>
            <pc:sldLayoutMk cId="1266335711" sldId="2147483684"/>
          </pc:sldLayoutMkLst>
          <pc:spChg chg="del">
            <ac:chgData name="Tanmay Munigala" userId="dff4a7d6-a0a7-442f-98ac-46a9fd5bc68a" providerId="ADAL" clId="{5AE6FD5E-924A-4A88-A73E-C6EBE0D83A0F}" dt="2021-05-16T07:12:51.766" v="7"/>
            <ac:spMkLst>
              <pc:docMk/>
              <pc:sldMasterMk cId="1303591949" sldId="2147483671"/>
              <pc:sldLayoutMk cId="1266335711" sldId="2147483684"/>
              <ac:spMk id="465" creationId="{00000000-0000-0000-0000-000000000000}"/>
            </ac:spMkLst>
          </pc:spChg>
          <pc:grpChg chg="del">
            <ac:chgData name="Tanmay Munigala" userId="dff4a7d6-a0a7-442f-98ac-46a9fd5bc68a" providerId="ADAL" clId="{5AE6FD5E-924A-4A88-A73E-C6EBE0D83A0F}" dt="2021-05-16T07:12:51.766" v="7"/>
            <ac:grpSpMkLst>
              <pc:docMk/>
              <pc:sldMasterMk cId="1303591949" sldId="2147483671"/>
              <pc:sldLayoutMk cId="1266335711" sldId="2147483684"/>
              <ac:grpSpMk id="440" creationId="{00000000-0000-0000-0000-000000000000}"/>
            </ac:grpSpMkLst>
          </pc:grpChg>
        </pc:sldLayoutChg>
      </pc:sldMasterChg>
    </pc:docChg>
  </pc:docChgLst>
  <pc:docChgLst>
    <pc:chgData name="Zain Salimuddin" userId="S::12566434@student.uts.edu.au::2441986f-ec7e-4b32-a765-9ca46a0c8d6e" providerId="AD" clId="Web-{10BF341E-9C6C-4B41-B361-83A175814BFE}"/>
    <pc:docChg chg="modSld">
      <pc:chgData name="Zain Salimuddin" userId="S::12566434@student.uts.edu.au::2441986f-ec7e-4b32-a765-9ca46a0c8d6e" providerId="AD" clId="Web-{10BF341E-9C6C-4B41-B361-83A175814BFE}" dt="2021-05-15T19:09:01.892" v="246" actId="1076"/>
      <pc:docMkLst>
        <pc:docMk/>
      </pc:docMkLst>
      <pc:sldChg chg="addSp delSp modSp">
        <pc:chgData name="Zain Salimuddin" userId="S::12566434@student.uts.edu.au::2441986f-ec7e-4b32-a765-9ca46a0c8d6e" providerId="AD" clId="Web-{10BF341E-9C6C-4B41-B361-83A175814BFE}" dt="2021-05-15T19:09:01.892" v="246" actId="1076"/>
        <pc:sldMkLst>
          <pc:docMk/>
          <pc:sldMk cId="4095176721" sldId="443"/>
        </pc:sldMkLst>
        <pc:spChg chg="mod">
          <ac:chgData name="Zain Salimuddin" userId="S::12566434@student.uts.edu.au::2441986f-ec7e-4b32-a765-9ca46a0c8d6e" providerId="AD" clId="Web-{10BF341E-9C6C-4B41-B361-83A175814BFE}" dt="2021-05-15T19:02:04.147" v="228" actId="14100"/>
          <ac:spMkLst>
            <pc:docMk/>
            <pc:sldMk cId="4095176721" sldId="443"/>
            <ac:spMk id="3" creationId="{E270589A-6706-5144-BCD3-12E2CD443333}"/>
          </ac:spMkLst>
        </pc:spChg>
        <pc:picChg chg="add del mod">
          <ac:chgData name="Zain Salimuddin" userId="S::12566434@student.uts.edu.au::2441986f-ec7e-4b32-a765-9ca46a0c8d6e" providerId="AD" clId="Web-{10BF341E-9C6C-4B41-B361-83A175814BFE}" dt="2021-05-15T19:03:55.573" v="230"/>
          <ac:picMkLst>
            <pc:docMk/>
            <pc:sldMk cId="4095176721" sldId="443"/>
            <ac:picMk id="4" creationId="{934A4A81-D766-4A0E-B69D-22837BD48E4D}"/>
          </ac:picMkLst>
        </pc:picChg>
        <pc:picChg chg="add del mod">
          <ac:chgData name="Zain Salimuddin" userId="S::12566434@student.uts.edu.au::2441986f-ec7e-4b32-a765-9ca46a0c8d6e" providerId="AD" clId="Web-{10BF341E-9C6C-4B41-B361-83A175814BFE}" dt="2021-05-15T19:04:28.605" v="232"/>
          <ac:picMkLst>
            <pc:docMk/>
            <pc:sldMk cId="4095176721" sldId="443"/>
            <ac:picMk id="5" creationId="{A9CE26D4-25C8-4F1A-ADA5-43924C5F9CFE}"/>
          </ac:picMkLst>
        </pc:picChg>
        <pc:picChg chg="add del mod">
          <ac:chgData name="Zain Salimuddin" userId="S::12566434@student.uts.edu.au::2441986f-ec7e-4b32-a765-9ca46a0c8d6e" providerId="AD" clId="Web-{10BF341E-9C6C-4B41-B361-83A175814BFE}" dt="2021-05-15T19:05:21.810" v="234"/>
          <ac:picMkLst>
            <pc:docMk/>
            <pc:sldMk cId="4095176721" sldId="443"/>
            <ac:picMk id="6" creationId="{E148CAA8-411B-4D84-B1B2-1233431FA5FC}"/>
          </ac:picMkLst>
        </pc:picChg>
        <pc:picChg chg="add del mod">
          <ac:chgData name="Zain Salimuddin" userId="S::12566434@student.uts.edu.au::2441986f-ec7e-4b32-a765-9ca46a0c8d6e" providerId="AD" clId="Web-{10BF341E-9C6C-4B41-B361-83A175814BFE}" dt="2021-05-15T19:06:04.595" v="236"/>
          <ac:picMkLst>
            <pc:docMk/>
            <pc:sldMk cId="4095176721" sldId="443"/>
            <ac:picMk id="7" creationId="{1FD031DF-B49E-46CF-93F1-66D060E2387C}"/>
          </ac:picMkLst>
        </pc:picChg>
        <pc:picChg chg="add mod">
          <ac:chgData name="Zain Salimuddin" userId="S::12566434@student.uts.edu.au::2441986f-ec7e-4b32-a765-9ca46a0c8d6e" providerId="AD" clId="Web-{10BF341E-9C6C-4B41-B361-83A175814BFE}" dt="2021-05-15T19:09:01.892" v="246" actId="1076"/>
          <ac:picMkLst>
            <pc:docMk/>
            <pc:sldMk cId="4095176721" sldId="443"/>
            <ac:picMk id="8" creationId="{D49CBD6F-E03D-43CD-982F-BC0F24026F30}"/>
          </ac:picMkLst>
        </pc:picChg>
        <pc:picChg chg="add mod">
          <ac:chgData name="Zain Salimuddin" userId="S::12566434@student.uts.edu.au::2441986f-ec7e-4b32-a765-9ca46a0c8d6e" providerId="AD" clId="Web-{10BF341E-9C6C-4B41-B361-83A175814BFE}" dt="2021-05-15T19:08:55.907" v="245" actId="1076"/>
          <ac:picMkLst>
            <pc:docMk/>
            <pc:sldMk cId="4095176721" sldId="443"/>
            <ac:picMk id="9" creationId="{3890E671-4563-45DB-81A6-1608048322C2}"/>
          </ac:picMkLst>
        </pc:picChg>
      </pc:sldChg>
    </pc:docChg>
  </pc:docChgLst>
  <pc:docChgLst>
    <pc:chgData name="Jakeb Gutierrez" userId="S::12909836@student.uts.edu.au::14a58286-7f42-4ac7-a00c-5677255f97ab" providerId="AD" clId="Web-{178F87B7-302E-4631-8D16-987CF7EB779F}"/>
    <pc:docChg chg="modSld">
      <pc:chgData name="Jakeb Gutierrez" userId="S::12909836@student.uts.edu.au::14a58286-7f42-4ac7-a00c-5677255f97ab" providerId="AD" clId="Web-{178F87B7-302E-4631-8D16-987CF7EB779F}" dt="2021-05-16T09:06:15.694" v="704" actId="20577"/>
      <pc:docMkLst>
        <pc:docMk/>
      </pc:docMkLst>
      <pc:sldChg chg="addSp modSp">
        <pc:chgData name="Jakeb Gutierrez" userId="S::12909836@student.uts.edu.au::14a58286-7f42-4ac7-a00c-5677255f97ab" providerId="AD" clId="Web-{178F87B7-302E-4631-8D16-987CF7EB779F}" dt="2021-05-16T09:06:15.694" v="704" actId="20577"/>
        <pc:sldMkLst>
          <pc:docMk/>
          <pc:sldMk cId="4133578463" sldId="434"/>
        </pc:sldMkLst>
        <pc:spChg chg="add mod">
          <ac:chgData name="Jakeb Gutierrez" userId="S::12909836@student.uts.edu.au::14a58286-7f42-4ac7-a00c-5677255f97ab" providerId="AD" clId="Web-{178F87B7-302E-4631-8D16-987CF7EB779F}" dt="2021-05-16T09:02:07.233" v="343" actId="20577"/>
          <ac:spMkLst>
            <pc:docMk/>
            <pc:sldMk cId="4133578463" sldId="434"/>
            <ac:spMk id="3" creationId="{5DE452CB-619C-432F-BBF0-CB18CB93013A}"/>
          </ac:spMkLst>
        </pc:spChg>
        <pc:spChg chg="mod">
          <ac:chgData name="Jakeb Gutierrez" userId="S::12909836@student.uts.edu.au::14a58286-7f42-4ac7-a00c-5677255f97ab" providerId="AD" clId="Web-{178F87B7-302E-4631-8D16-987CF7EB779F}" dt="2021-05-16T09:06:15.694" v="704" actId="20577"/>
          <ac:spMkLst>
            <pc:docMk/>
            <pc:sldMk cId="4133578463" sldId="434"/>
            <ac:spMk id="4" creationId="{15893707-A1E9-5244-A734-93631D595068}"/>
          </ac:spMkLst>
        </pc:spChg>
        <pc:spChg chg="add mod">
          <ac:chgData name="Jakeb Gutierrez" userId="S::12909836@student.uts.edu.au::14a58286-7f42-4ac7-a00c-5677255f97ab" providerId="AD" clId="Web-{178F87B7-302E-4631-8D16-987CF7EB779F}" dt="2021-05-16T09:04:36.769" v="631" actId="20577"/>
          <ac:spMkLst>
            <pc:docMk/>
            <pc:sldMk cId="4133578463" sldId="434"/>
            <ac:spMk id="5" creationId="{52BDF9D4-2281-4B70-A0B0-0DC4C4D99F79}"/>
          </ac:spMkLst>
        </pc:spChg>
      </pc:sldChg>
    </pc:docChg>
  </pc:docChgLst>
  <pc:docChgLst>
    <pc:chgData name="McMouny Heng" userId="S::12591982@student.uts.edu.au::654acee6-e796-49c1-b681-73dcab6dffbb" providerId="AD" clId="Web-{BD51B1E8-3D6F-4CD9-BE65-8EDA726FB4BD}"/>
    <pc:docChg chg="modSld">
      <pc:chgData name="McMouny Heng" userId="S::12591982@student.uts.edu.au::654acee6-e796-49c1-b681-73dcab6dffbb" providerId="AD" clId="Web-{BD51B1E8-3D6F-4CD9-BE65-8EDA726FB4BD}" dt="2021-05-16T11:46:16.351" v="4" actId="20577"/>
      <pc:docMkLst>
        <pc:docMk/>
      </pc:docMkLst>
      <pc:sldChg chg="modSp">
        <pc:chgData name="McMouny Heng" userId="S::12591982@student.uts.edu.au::654acee6-e796-49c1-b681-73dcab6dffbb" providerId="AD" clId="Web-{BD51B1E8-3D6F-4CD9-BE65-8EDA726FB4BD}" dt="2021-05-16T11:46:16.351" v="4" actId="20577"/>
        <pc:sldMkLst>
          <pc:docMk/>
          <pc:sldMk cId="460939572" sldId="456"/>
        </pc:sldMkLst>
        <pc:spChg chg="mod">
          <ac:chgData name="McMouny Heng" userId="S::12591982@student.uts.edu.au::654acee6-e796-49c1-b681-73dcab6dffbb" providerId="AD" clId="Web-{BD51B1E8-3D6F-4CD9-BE65-8EDA726FB4BD}" dt="2021-05-16T11:46:16.351" v="4" actId="20577"/>
          <ac:spMkLst>
            <pc:docMk/>
            <pc:sldMk cId="460939572" sldId="456"/>
            <ac:spMk id="5" creationId="{3F4E2F8F-A064-4AD4-946C-DDD354D48CE8}"/>
          </ac:spMkLst>
        </pc:spChg>
      </pc:sldChg>
    </pc:docChg>
  </pc:docChgLst>
  <pc:docChgLst>
    <pc:chgData name="Wren Ulrich Fajardo" userId="S::12885277@student.uts.edu.au::f1d17fc3-f527-4c46-88dc-ec04d5c97cbd" providerId="AD" clId="Web-{05628B44-632A-42AE-8658-8F4DA9647CCE}"/>
    <pc:docChg chg="addSld modSld">
      <pc:chgData name="Wren Ulrich Fajardo" userId="S::12885277@student.uts.edu.au::f1d17fc3-f527-4c46-88dc-ec04d5c97cbd" providerId="AD" clId="Web-{05628B44-632A-42AE-8658-8F4DA9647CCE}" dt="2021-05-16T10:29:51.262" v="986" actId="20577"/>
      <pc:docMkLst>
        <pc:docMk/>
      </pc:docMkLst>
      <pc:sldChg chg="modSp">
        <pc:chgData name="Wren Ulrich Fajardo" userId="S::12885277@student.uts.edu.au::f1d17fc3-f527-4c46-88dc-ec04d5c97cbd" providerId="AD" clId="Web-{05628B44-632A-42AE-8658-8F4DA9647CCE}" dt="2021-05-16T10:29:45.762" v="984" actId="20577"/>
        <pc:sldMkLst>
          <pc:docMk/>
          <pc:sldMk cId="1380833845" sldId="459"/>
        </pc:sldMkLst>
        <pc:spChg chg="mod">
          <ac:chgData name="Wren Ulrich Fajardo" userId="S::12885277@student.uts.edu.au::f1d17fc3-f527-4c46-88dc-ec04d5c97cbd" providerId="AD" clId="Web-{05628B44-632A-42AE-8658-8F4DA9647CCE}" dt="2021-05-16T10:21:13.281" v="708" actId="1076"/>
          <ac:spMkLst>
            <pc:docMk/>
            <pc:sldMk cId="1380833845" sldId="459"/>
            <ac:spMk id="2" creationId="{00000000-0000-0000-0000-000000000000}"/>
          </ac:spMkLst>
        </pc:spChg>
        <pc:spChg chg="mod">
          <ac:chgData name="Wren Ulrich Fajardo" userId="S::12885277@student.uts.edu.au::f1d17fc3-f527-4c46-88dc-ec04d5c97cbd" providerId="AD" clId="Web-{05628B44-632A-42AE-8658-8F4DA9647CCE}" dt="2021-05-16T10:29:45.762" v="984" actId="20577"/>
          <ac:spMkLst>
            <pc:docMk/>
            <pc:sldMk cId="1380833845" sldId="459"/>
            <ac:spMk id="3" creationId="{E270589A-6706-5144-BCD3-12E2CD443333}"/>
          </ac:spMkLst>
        </pc:spChg>
      </pc:sldChg>
      <pc:sldChg chg="modSp add replId">
        <pc:chgData name="Wren Ulrich Fajardo" userId="S::12885277@student.uts.edu.au::f1d17fc3-f527-4c46-88dc-ec04d5c97cbd" providerId="AD" clId="Web-{05628B44-632A-42AE-8658-8F4DA9647CCE}" dt="2021-05-16T10:29:51.262" v="986" actId="20577"/>
        <pc:sldMkLst>
          <pc:docMk/>
          <pc:sldMk cId="2615335854" sldId="460"/>
        </pc:sldMkLst>
        <pc:spChg chg="mod">
          <ac:chgData name="Wren Ulrich Fajardo" userId="S::12885277@student.uts.edu.au::f1d17fc3-f527-4c46-88dc-ec04d5c97cbd" providerId="AD" clId="Web-{05628B44-632A-42AE-8658-8F4DA9647CCE}" dt="2021-05-16T10:29:51.262" v="986" actId="20577"/>
          <ac:spMkLst>
            <pc:docMk/>
            <pc:sldMk cId="2615335854" sldId="460"/>
            <ac:spMk id="2" creationId="{00000000-0000-0000-0000-000000000000}"/>
          </ac:spMkLst>
        </pc:spChg>
        <pc:spChg chg="mod">
          <ac:chgData name="Wren Ulrich Fajardo" userId="S::12885277@student.uts.edu.au::f1d17fc3-f527-4c46-88dc-ec04d5c97cbd" providerId="AD" clId="Web-{05628B44-632A-42AE-8658-8F4DA9647CCE}" dt="2021-05-16T10:29:22.699" v="977" actId="20577"/>
          <ac:spMkLst>
            <pc:docMk/>
            <pc:sldMk cId="2615335854" sldId="460"/>
            <ac:spMk id="3" creationId="{E270589A-6706-5144-BCD3-12E2CD443333}"/>
          </ac:spMkLst>
        </pc:spChg>
      </pc:sldChg>
    </pc:docChg>
  </pc:docChgLst>
  <pc:docChgLst>
    <pc:chgData name="Yiming Gu" userId="S::13047675@student.uts.edu.au::d282210f-1949-4b2d-80e6-b5d6b8274fa1" providerId="AD" clId="Web-{20BCE914-9C33-48E2-BB80-62AA4E722F73}"/>
    <pc:docChg chg="modSld">
      <pc:chgData name="Yiming Gu" userId="S::13047675@student.uts.edu.au::d282210f-1949-4b2d-80e6-b5d6b8274fa1" providerId="AD" clId="Web-{20BCE914-9C33-48E2-BB80-62AA4E722F73}" dt="2021-05-15T06:05:37.927" v="18" actId="20577"/>
      <pc:docMkLst>
        <pc:docMk/>
      </pc:docMkLst>
      <pc:sldChg chg="modSp">
        <pc:chgData name="Yiming Gu" userId="S::13047675@student.uts.edu.au::d282210f-1949-4b2d-80e6-b5d6b8274fa1" providerId="AD" clId="Web-{20BCE914-9C33-48E2-BB80-62AA4E722F73}" dt="2021-05-15T06:05:37.927" v="18" actId="20577"/>
        <pc:sldMkLst>
          <pc:docMk/>
          <pc:sldMk cId="2247374110" sldId="458"/>
        </pc:sldMkLst>
        <pc:spChg chg="mod">
          <ac:chgData name="Yiming Gu" userId="S::13047675@student.uts.edu.au::d282210f-1949-4b2d-80e6-b5d6b8274fa1" providerId="AD" clId="Web-{20BCE914-9C33-48E2-BB80-62AA4E722F73}" dt="2021-05-15T06:05:37.927" v="18" actId="20577"/>
          <ac:spMkLst>
            <pc:docMk/>
            <pc:sldMk cId="2247374110" sldId="458"/>
            <ac:spMk id="3" creationId="{E270589A-6706-5144-BCD3-12E2CD443333}"/>
          </ac:spMkLst>
        </pc:spChg>
      </pc:sldChg>
    </pc:docChg>
  </pc:docChgLst>
  <pc:docChgLst>
    <pc:chgData name="Marjan Safvati" userId="S::13033461@student.uts.edu.au::b078d338-3321-46ca-9fec-b277ead7a057" providerId="AD" clId="Web-{495785B7-9FE7-4517-A6D0-7005967FFD1E}"/>
    <pc:docChg chg="modSld">
      <pc:chgData name="Marjan Safvati" userId="S::13033461@student.uts.edu.au::b078d338-3321-46ca-9fec-b277ead7a057" providerId="AD" clId="Web-{495785B7-9FE7-4517-A6D0-7005967FFD1E}" dt="2021-05-16T10:50:58.895" v="43" actId="20577"/>
      <pc:docMkLst>
        <pc:docMk/>
      </pc:docMkLst>
      <pc:sldChg chg="modSp">
        <pc:chgData name="Marjan Safvati" userId="S::13033461@student.uts.edu.au::b078d338-3321-46ca-9fec-b277ead7a057" providerId="AD" clId="Web-{495785B7-9FE7-4517-A6D0-7005967FFD1E}" dt="2021-05-16T10:50:58.895" v="43" actId="20577"/>
        <pc:sldMkLst>
          <pc:docMk/>
          <pc:sldMk cId="3844217041" sldId="449"/>
        </pc:sldMkLst>
        <pc:spChg chg="mod">
          <ac:chgData name="Marjan Safvati" userId="S::13033461@student.uts.edu.au::b078d338-3321-46ca-9fec-b277ead7a057" providerId="AD" clId="Web-{495785B7-9FE7-4517-A6D0-7005967FFD1E}" dt="2021-05-16T10:50:58.895" v="43" actId="20577"/>
          <ac:spMkLst>
            <pc:docMk/>
            <pc:sldMk cId="3844217041" sldId="449"/>
            <ac:spMk id="3" creationId="{E270589A-6706-5144-BCD3-12E2CD443333}"/>
          </ac:spMkLst>
        </pc:spChg>
      </pc:sldChg>
    </pc:docChg>
  </pc:docChgLst>
  <pc:docChgLst>
    <pc:chgData name="Jakeb Gutierrez" userId="S::12909836@student.uts.edu.au::14a58286-7f42-4ac7-a00c-5677255f97ab" providerId="AD" clId="Web-{0093DD9E-0F6C-47B6-B372-67FCBAED2A42}"/>
    <pc:docChg chg="modSld">
      <pc:chgData name="Jakeb Gutierrez" userId="S::12909836@student.uts.edu.au::14a58286-7f42-4ac7-a00c-5677255f97ab" providerId="AD" clId="Web-{0093DD9E-0F6C-47B6-B372-67FCBAED2A42}" dt="2021-05-16T09:13:14.052" v="209" actId="20577"/>
      <pc:docMkLst>
        <pc:docMk/>
      </pc:docMkLst>
      <pc:sldChg chg="modSp">
        <pc:chgData name="Jakeb Gutierrez" userId="S::12909836@student.uts.edu.au::14a58286-7f42-4ac7-a00c-5677255f97ab" providerId="AD" clId="Web-{0093DD9E-0F6C-47B6-B372-67FCBAED2A42}" dt="2021-05-16T09:13:14.052" v="209" actId="20577"/>
        <pc:sldMkLst>
          <pc:docMk/>
          <pc:sldMk cId="4133578463" sldId="434"/>
        </pc:sldMkLst>
        <pc:spChg chg="mod">
          <ac:chgData name="Jakeb Gutierrez" userId="S::12909836@student.uts.edu.au::14a58286-7f42-4ac7-a00c-5677255f97ab" providerId="AD" clId="Web-{0093DD9E-0F6C-47B6-B372-67FCBAED2A42}" dt="2021-05-16T09:12:32.660" v="199" actId="1076"/>
          <ac:spMkLst>
            <pc:docMk/>
            <pc:sldMk cId="4133578463" sldId="434"/>
            <ac:spMk id="3" creationId="{5DE452CB-619C-432F-BBF0-CB18CB93013A}"/>
          </ac:spMkLst>
        </pc:spChg>
        <pc:spChg chg="mod">
          <ac:chgData name="Jakeb Gutierrez" userId="S::12909836@student.uts.edu.au::14a58286-7f42-4ac7-a00c-5677255f97ab" providerId="AD" clId="Web-{0093DD9E-0F6C-47B6-B372-67FCBAED2A42}" dt="2021-05-16T09:12:13.144" v="191" actId="1076"/>
          <ac:spMkLst>
            <pc:docMk/>
            <pc:sldMk cId="4133578463" sldId="434"/>
            <ac:spMk id="4" creationId="{15893707-A1E9-5244-A734-93631D595068}"/>
          </ac:spMkLst>
        </pc:spChg>
        <pc:spChg chg="mod">
          <ac:chgData name="Jakeb Gutierrez" userId="S::12909836@student.uts.edu.au::14a58286-7f42-4ac7-a00c-5677255f97ab" providerId="AD" clId="Web-{0093DD9E-0F6C-47B6-B372-67FCBAED2A42}" dt="2021-05-16T09:13:14.052" v="209" actId="20577"/>
          <ac:spMkLst>
            <pc:docMk/>
            <pc:sldMk cId="4133578463" sldId="434"/>
            <ac:spMk id="5" creationId="{52BDF9D4-2281-4B70-A0B0-0DC4C4D99F79}"/>
          </ac:spMkLst>
        </pc:spChg>
      </pc:sldChg>
    </pc:docChg>
  </pc:docChgLst>
  <pc:docChgLst>
    <pc:chgData name="Luke Kokoftopoulos" userId="04ab493e-bcfc-46b2-b867-0da09ca40637" providerId="ADAL" clId="{C06419E4-128C-48B3-AD73-2FB06C68F434}"/>
    <pc:docChg chg="undo custSel modSld">
      <pc:chgData name="Luke Kokoftopoulos" userId="04ab493e-bcfc-46b2-b867-0da09ca40637" providerId="ADAL" clId="{C06419E4-128C-48B3-AD73-2FB06C68F434}" dt="2021-05-16T02:25:29.522" v="61" actId="20577"/>
      <pc:docMkLst>
        <pc:docMk/>
      </pc:docMkLst>
      <pc:sldChg chg="modSp mod">
        <pc:chgData name="Luke Kokoftopoulos" userId="04ab493e-bcfc-46b2-b867-0da09ca40637" providerId="ADAL" clId="{C06419E4-128C-48B3-AD73-2FB06C68F434}" dt="2021-05-16T02:25:29.522" v="61" actId="20577"/>
        <pc:sldMkLst>
          <pc:docMk/>
          <pc:sldMk cId="2364355109" sldId="457"/>
        </pc:sldMkLst>
        <pc:spChg chg="mod">
          <ac:chgData name="Luke Kokoftopoulos" userId="04ab493e-bcfc-46b2-b867-0da09ca40637" providerId="ADAL" clId="{C06419E4-128C-48B3-AD73-2FB06C68F434}" dt="2021-05-16T02:25:29.522" v="61" actId="20577"/>
          <ac:spMkLst>
            <pc:docMk/>
            <pc:sldMk cId="2364355109" sldId="457"/>
            <ac:spMk id="3" creationId="{E270589A-6706-5144-BCD3-12E2CD443333}"/>
          </ac:spMkLst>
        </pc:spChg>
      </pc:sldChg>
    </pc:docChg>
  </pc:docChgLst>
  <pc:docChgLst>
    <pc:chgData name="Yiming Gu" userId="S::13047675@student.uts.edu.au::d282210f-1949-4b2d-80e6-b5d6b8274fa1" providerId="AD" clId="Web-{403C9359-B48B-4353-9AA6-8C2EC5CE97FE}"/>
    <pc:docChg chg="modSld">
      <pc:chgData name="Yiming Gu" userId="S::13047675@student.uts.edu.au::d282210f-1949-4b2d-80e6-b5d6b8274fa1" providerId="AD" clId="Web-{403C9359-B48B-4353-9AA6-8C2EC5CE97FE}" dt="2021-05-16T07:28:22.516" v="1275"/>
      <pc:docMkLst>
        <pc:docMk/>
      </pc:docMkLst>
      <pc:sldChg chg="addSp delSp modSp">
        <pc:chgData name="Yiming Gu" userId="S::13047675@student.uts.edu.au::d282210f-1949-4b2d-80e6-b5d6b8274fa1" providerId="AD" clId="Web-{403C9359-B48B-4353-9AA6-8C2EC5CE97FE}" dt="2021-05-16T07:28:22.516" v="1275"/>
        <pc:sldMkLst>
          <pc:docMk/>
          <pc:sldMk cId="2247374110" sldId="458"/>
        </pc:sldMkLst>
        <pc:spChg chg="mod">
          <ac:chgData name="Yiming Gu" userId="S::13047675@student.uts.edu.au::d282210f-1949-4b2d-80e6-b5d6b8274fa1" providerId="AD" clId="Web-{403C9359-B48B-4353-9AA6-8C2EC5CE97FE}" dt="2021-05-16T07:22:08.915" v="777" actId="20577"/>
          <ac:spMkLst>
            <pc:docMk/>
            <pc:sldMk cId="2247374110" sldId="458"/>
            <ac:spMk id="3" creationId="{E270589A-6706-5144-BCD3-12E2CD443333}"/>
          </ac:spMkLst>
        </pc:spChg>
        <pc:graphicFrameChg chg="add del mod modGraphic">
          <ac:chgData name="Yiming Gu" userId="S::13047675@student.uts.edu.au::d282210f-1949-4b2d-80e6-b5d6b8274fa1" providerId="AD" clId="Web-{403C9359-B48B-4353-9AA6-8C2EC5CE97FE}" dt="2021-05-16T07:28:22.516" v="1275"/>
          <ac:graphicFrameMkLst>
            <pc:docMk/>
            <pc:sldMk cId="2247374110" sldId="458"/>
            <ac:graphicFrameMk id="4" creationId="{589E2A11-B295-4255-BB68-55AD645B8ED0}"/>
          </ac:graphicFrameMkLst>
        </pc:graphicFrameChg>
      </pc:sldChg>
    </pc:docChg>
  </pc:docChgLst>
  <pc:docChgLst>
    <pc:chgData name="Marjan Safvati" userId="S::13033461@student.uts.edu.au::b078d338-3321-46ca-9fec-b277ead7a057" providerId="AD" clId="Web-{C5616517-219E-4BFA-8EC7-0E9BDF56A79F}"/>
    <pc:docChg chg="addSld modSld">
      <pc:chgData name="Marjan Safvati" userId="S::13033461@student.uts.edu.au::b078d338-3321-46ca-9fec-b277ead7a057" providerId="AD" clId="Web-{C5616517-219E-4BFA-8EC7-0E9BDF56A79F}" dt="2021-05-16T13:28:51.157" v="300" actId="20577"/>
      <pc:docMkLst>
        <pc:docMk/>
      </pc:docMkLst>
      <pc:sldChg chg="addSp delSp modSp mod setBg addAnim delAnim">
        <pc:chgData name="Marjan Safvati" userId="S::13033461@student.uts.edu.au::b078d338-3321-46ca-9fec-b277ead7a057" providerId="AD" clId="Web-{C5616517-219E-4BFA-8EC7-0E9BDF56A79F}" dt="2021-05-16T13:28:51.157" v="300" actId="20577"/>
        <pc:sldMkLst>
          <pc:docMk/>
          <pc:sldMk cId="3844217041" sldId="449"/>
        </pc:sldMkLst>
        <pc:spChg chg="mod">
          <ac:chgData name="Marjan Safvati" userId="S::13033461@student.uts.edu.au::b078d338-3321-46ca-9fec-b277ead7a057" providerId="AD" clId="Web-{C5616517-219E-4BFA-8EC7-0E9BDF56A79F}" dt="2021-05-16T12:29:49.543" v="241"/>
          <ac:spMkLst>
            <pc:docMk/>
            <pc:sldMk cId="3844217041" sldId="449"/>
            <ac:spMk id="2" creationId="{00000000-0000-0000-0000-000000000000}"/>
          </ac:spMkLst>
        </pc:spChg>
        <pc:spChg chg="add del mod">
          <ac:chgData name="Marjan Safvati" userId="S::13033461@student.uts.edu.au::b078d338-3321-46ca-9fec-b277ead7a057" providerId="AD" clId="Web-{C5616517-219E-4BFA-8EC7-0E9BDF56A79F}" dt="2021-05-16T13:28:51.157" v="300" actId="20577"/>
          <ac:spMkLst>
            <pc:docMk/>
            <pc:sldMk cId="3844217041" sldId="449"/>
            <ac:spMk id="3" creationId="{E270589A-6706-5144-BCD3-12E2CD443333}"/>
          </ac:spMkLst>
        </pc:spChg>
        <pc:spChg chg="add del mod">
          <ac:chgData name="Marjan Safvati" userId="S::13033461@student.uts.edu.au::b078d338-3321-46ca-9fec-b277ead7a057" providerId="AD" clId="Web-{C5616517-219E-4BFA-8EC7-0E9BDF56A79F}" dt="2021-05-16T12:28:35.369" v="175"/>
          <ac:spMkLst>
            <pc:docMk/>
            <pc:sldMk cId="3844217041" sldId="449"/>
            <ac:spMk id="6" creationId="{DEA4164E-9E0C-4F9C-B8F0-34BC0C20F6E1}"/>
          </ac:spMkLst>
        </pc:spChg>
        <pc:spChg chg="add del mod">
          <ac:chgData name="Marjan Safvati" userId="S::13033461@student.uts.edu.au::b078d338-3321-46ca-9fec-b277ead7a057" providerId="AD" clId="Web-{C5616517-219E-4BFA-8EC7-0E9BDF56A79F}" dt="2021-05-16T12:29:14.339" v="236"/>
          <ac:spMkLst>
            <pc:docMk/>
            <pc:sldMk cId="3844217041" sldId="449"/>
            <ac:spMk id="7" creationId="{D48705CB-892B-412F-94F8-6639A34069F9}"/>
          </ac:spMkLst>
        </pc:spChg>
        <pc:spChg chg="add del">
          <ac:chgData name="Marjan Safvati" userId="S::13033461@student.uts.edu.au::b078d338-3321-46ca-9fec-b277ead7a057" providerId="AD" clId="Web-{C5616517-219E-4BFA-8EC7-0E9BDF56A79F}" dt="2021-05-16T12:27:00.398" v="167"/>
          <ac:spMkLst>
            <pc:docMk/>
            <pc:sldMk cId="3844217041" sldId="449"/>
            <ac:spMk id="10" creationId="{1CE580D1-F917-4567-AFB4-99AA9B52ADF0}"/>
          </ac:spMkLst>
        </pc:spChg>
        <pc:spChg chg="add">
          <ac:chgData name="Marjan Safvati" userId="S::13033461@student.uts.edu.au::b078d338-3321-46ca-9fec-b277ead7a057" providerId="AD" clId="Web-{C5616517-219E-4BFA-8EC7-0E9BDF56A79F}" dt="2021-05-16T12:29:49.543" v="241"/>
          <ac:spMkLst>
            <pc:docMk/>
            <pc:sldMk cId="3844217041" sldId="449"/>
            <ac:spMk id="11" creationId="{1CE580D1-F917-4567-AFB4-99AA9B52ADF0}"/>
          </ac:spMkLst>
        </pc:spChg>
        <pc:spChg chg="add del">
          <ac:chgData name="Marjan Safvati" userId="S::13033461@student.uts.edu.au::b078d338-3321-46ca-9fec-b277ead7a057" providerId="AD" clId="Web-{C5616517-219E-4BFA-8EC7-0E9BDF56A79F}" dt="2021-05-16T12:27:00.398" v="167"/>
          <ac:spMkLst>
            <pc:docMk/>
            <pc:sldMk cId="3844217041" sldId="449"/>
            <ac:spMk id="18" creationId="{EC17D08F-2133-44A9-B28C-CB29928FA8D9}"/>
          </ac:spMkLst>
        </pc:spChg>
        <pc:spChg chg="add">
          <ac:chgData name="Marjan Safvati" userId="S::13033461@student.uts.edu.au::b078d338-3321-46ca-9fec-b277ead7a057" providerId="AD" clId="Web-{C5616517-219E-4BFA-8EC7-0E9BDF56A79F}" dt="2021-05-16T12:29:49.543" v="241"/>
          <ac:spMkLst>
            <pc:docMk/>
            <pc:sldMk cId="3844217041" sldId="449"/>
            <ac:spMk id="19" creationId="{EC17D08F-2133-44A9-B28C-CB29928FA8D9}"/>
          </ac:spMkLst>
        </pc:spChg>
        <pc:spChg chg="add del">
          <ac:chgData name="Marjan Safvati" userId="S::13033461@student.uts.edu.au::b078d338-3321-46ca-9fec-b277ead7a057" providerId="AD" clId="Web-{C5616517-219E-4BFA-8EC7-0E9BDF56A79F}" dt="2021-05-16T12:27:00.398" v="167"/>
          <ac:spMkLst>
            <pc:docMk/>
            <pc:sldMk cId="3844217041" sldId="449"/>
            <ac:spMk id="20" creationId="{0CC36881-E309-4C41-8B5B-203AADC15FF6}"/>
          </ac:spMkLst>
        </pc:spChg>
        <pc:spChg chg="add">
          <ac:chgData name="Marjan Safvati" userId="S::13033461@student.uts.edu.au::b078d338-3321-46ca-9fec-b277ead7a057" providerId="AD" clId="Web-{C5616517-219E-4BFA-8EC7-0E9BDF56A79F}" dt="2021-05-16T12:29:49.543" v="241"/>
          <ac:spMkLst>
            <pc:docMk/>
            <pc:sldMk cId="3844217041" sldId="449"/>
            <ac:spMk id="21" creationId="{0CC36881-E309-4C41-8B5B-203AADC15FF6}"/>
          </ac:spMkLst>
        </pc:spChg>
        <pc:grpChg chg="add">
          <ac:chgData name="Marjan Safvati" userId="S::13033461@student.uts.edu.au::b078d338-3321-46ca-9fec-b277ead7a057" providerId="AD" clId="Web-{C5616517-219E-4BFA-8EC7-0E9BDF56A79F}" dt="2021-05-16T12:29:49.543" v="241"/>
          <ac:grpSpMkLst>
            <pc:docMk/>
            <pc:sldMk cId="3844217041" sldId="449"/>
            <ac:grpSpMk id="23" creationId="{AED92372-F778-4E96-9E90-4E63BAF3CAD3}"/>
          </ac:grpSpMkLst>
        </pc:grpChg>
        <pc:grpChg chg="add del">
          <ac:chgData name="Marjan Safvati" userId="S::13033461@student.uts.edu.au::b078d338-3321-46ca-9fec-b277ead7a057" providerId="AD" clId="Web-{C5616517-219E-4BFA-8EC7-0E9BDF56A79F}" dt="2021-05-16T12:27:00.398" v="167"/>
          <ac:grpSpMkLst>
            <pc:docMk/>
            <pc:sldMk cId="3844217041" sldId="449"/>
            <ac:grpSpMk id="24" creationId="{AED92372-F778-4E96-9E90-4E63BAF3CAD3}"/>
          </ac:grpSpMkLst>
        </pc:grpChg>
        <pc:picChg chg="add del mod">
          <ac:chgData name="Marjan Safvati" userId="S::13033461@student.uts.edu.au::b078d338-3321-46ca-9fec-b277ead7a057" providerId="AD" clId="Web-{C5616517-219E-4BFA-8EC7-0E9BDF56A79F}" dt="2021-05-16T12:26:05.412" v="160"/>
          <ac:picMkLst>
            <pc:docMk/>
            <pc:sldMk cId="3844217041" sldId="449"/>
            <ac:picMk id="4" creationId="{68212D46-30F7-4E3A-B3DD-CDB7AFACA934}"/>
          </ac:picMkLst>
        </pc:picChg>
        <pc:picChg chg="add del mod">
          <ac:chgData name="Marjan Safvati" userId="S::13033461@student.uts.edu.au::b078d338-3321-46ca-9fec-b277ead7a057" providerId="AD" clId="Web-{C5616517-219E-4BFA-8EC7-0E9BDF56A79F}" dt="2021-05-16T12:28:38.135" v="180"/>
          <ac:picMkLst>
            <pc:docMk/>
            <pc:sldMk cId="3844217041" sldId="449"/>
            <ac:picMk id="5" creationId="{97299B4A-D28C-4C64-BD7E-DEE010E75642}"/>
          </ac:picMkLst>
        </pc:picChg>
        <pc:picChg chg="add del">
          <ac:chgData name="Marjan Safvati" userId="S::13033461@student.uts.edu.au::b078d338-3321-46ca-9fec-b277ead7a057" providerId="AD" clId="Web-{C5616517-219E-4BFA-8EC7-0E9BDF56A79F}" dt="2021-05-16T12:29:12.260" v="232"/>
          <ac:picMkLst>
            <pc:docMk/>
            <pc:sldMk cId="3844217041" sldId="449"/>
            <ac:picMk id="8" creationId="{B0C0D6F3-AC89-9D46-96CB-39A585604562}"/>
          </ac:picMkLst>
        </pc:picChg>
        <pc:picChg chg="add mod">
          <ac:chgData name="Marjan Safvati" userId="S::13033461@student.uts.edu.au::b078d338-3321-46ca-9fec-b277ead7a057" providerId="AD" clId="Web-{C5616517-219E-4BFA-8EC7-0E9BDF56A79F}" dt="2021-05-16T12:30:36.575" v="250" actId="1076"/>
          <ac:picMkLst>
            <pc:docMk/>
            <pc:sldMk cId="3844217041" sldId="449"/>
            <ac:picMk id="9" creationId="{107A7419-B41D-4491-995F-63C98422DE1F}"/>
          </ac:picMkLst>
        </pc:picChg>
        <pc:picChg chg="add del">
          <ac:chgData name="Marjan Safvati" userId="S::13033461@student.uts.edu.au::b078d338-3321-46ca-9fec-b277ead7a057" providerId="AD" clId="Web-{C5616517-219E-4BFA-8EC7-0E9BDF56A79F}" dt="2021-05-16T12:27:00.398" v="167"/>
          <ac:picMkLst>
            <pc:docMk/>
            <pc:sldMk cId="3844217041" sldId="449"/>
            <ac:picMk id="12" creationId="{1F5620B8-A2D8-4568-B566-F0453A0D9167}"/>
          </ac:picMkLst>
        </pc:picChg>
        <pc:picChg chg="add">
          <ac:chgData name="Marjan Safvati" userId="S::13033461@student.uts.edu.au::b078d338-3321-46ca-9fec-b277ead7a057" providerId="AD" clId="Web-{C5616517-219E-4BFA-8EC7-0E9BDF56A79F}" dt="2021-05-16T12:29:49.543" v="241"/>
          <ac:picMkLst>
            <pc:docMk/>
            <pc:sldMk cId="3844217041" sldId="449"/>
            <ac:picMk id="13" creationId="{1F5620B8-A2D8-4568-B566-F0453A0D9167}"/>
          </ac:picMkLst>
        </pc:picChg>
        <pc:picChg chg="add del">
          <ac:chgData name="Marjan Safvati" userId="S::13033461@student.uts.edu.au::b078d338-3321-46ca-9fec-b277ead7a057" providerId="AD" clId="Web-{C5616517-219E-4BFA-8EC7-0E9BDF56A79F}" dt="2021-05-16T12:27:00.398" v="167"/>
          <ac:picMkLst>
            <pc:docMk/>
            <pc:sldMk cId="3844217041" sldId="449"/>
            <ac:picMk id="28" creationId="{4B61EBEC-D0CA-456C-98A6-EDA1AC9FB0D6}"/>
          </ac:picMkLst>
        </pc:picChg>
        <pc:picChg chg="add">
          <ac:chgData name="Marjan Safvati" userId="S::13033461@student.uts.edu.au::b078d338-3321-46ca-9fec-b277ead7a057" providerId="AD" clId="Web-{C5616517-219E-4BFA-8EC7-0E9BDF56A79F}" dt="2021-05-16T12:29:49.543" v="241"/>
          <ac:picMkLst>
            <pc:docMk/>
            <pc:sldMk cId="3844217041" sldId="449"/>
            <ac:picMk id="32" creationId="{4B61EBEC-D0CA-456C-98A6-EDA1AC9FB0D6}"/>
          </ac:picMkLst>
        </pc:picChg>
        <pc:cxnChg chg="add del">
          <ac:chgData name="Marjan Safvati" userId="S::13033461@student.uts.edu.au::b078d338-3321-46ca-9fec-b277ead7a057" providerId="AD" clId="Web-{C5616517-219E-4BFA-8EC7-0E9BDF56A79F}" dt="2021-05-16T12:27:00.398" v="167"/>
          <ac:cxnSpMkLst>
            <pc:docMk/>
            <pc:sldMk cId="3844217041" sldId="449"/>
            <ac:cxnSpMk id="14" creationId="{1C7D2BA4-4B7A-4596-8BCC-5CF715423894}"/>
          </ac:cxnSpMkLst>
        </pc:cxnChg>
        <pc:cxnChg chg="add">
          <ac:chgData name="Marjan Safvati" userId="S::13033461@student.uts.edu.au::b078d338-3321-46ca-9fec-b277ead7a057" providerId="AD" clId="Web-{C5616517-219E-4BFA-8EC7-0E9BDF56A79F}" dt="2021-05-16T12:29:49.543" v="241"/>
          <ac:cxnSpMkLst>
            <pc:docMk/>
            <pc:sldMk cId="3844217041" sldId="449"/>
            <ac:cxnSpMk id="15" creationId="{1C7D2BA4-4B7A-4596-8BCC-5CF715423894}"/>
          </ac:cxnSpMkLst>
        </pc:cxnChg>
        <pc:cxnChg chg="add del">
          <ac:chgData name="Marjan Safvati" userId="S::13033461@student.uts.edu.au::b078d338-3321-46ca-9fec-b277ead7a057" providerId="AD" clId="Web-{C5616517-219E-4BFA-8EC7-0E9BDF56A79F}" dt="2021-05-16T12:27:00.398" v="167"/>
          <ac:cxnSpMkLst>
            <pc:docMk/>
            <pc:sldMk cId="3844217041" sldId="449"/>
            <ac:cxnSpMk id="16" creationId="{4977F1E1-2B6F-4BB6-899F-67D8764D83C5}"/>
          </ac:cxnSpMkLst>
        </pc:cxnChg>
        <pc:cxnChg chg="add">
          <ac:chgData name="Marjan Safvati" userId="S::13033461@student.uts.edu.au::b078d338-3321-46ca-9fec-b277ead7a057" providerId="AD" clId="Web-{C5616517-219E-4BFA-8EC7-0E9BDF56A79F}" dt="2021-05-16T12:29:49.543" v="241"/>
          <ac:cxnSpMkLst>
            <pc:docMk/>
            <pc:sldMk cId="3844217041" sldId="449"/>
            <ac:cxnSpMk id="17" creationId="{4977F1E1-2B6F-4BB6-899F-67D8764D83C5}"/>
          </ac:cxnSpMkLst>
        </pc:cxnChg>
        <pc:cxnChg chg="add del">
          <ac:chgData name="Marjan Safvati" userId="S::13033461@student.uts.edu.au::b078d338-3321-46ca-9fec-b277ead7a057" providerId="AD" clId="Web-{C5616517-219E-4BFA-8EC7-0E9BDF56A79F}" dt="2021-05-16T12:27:00.398" v="167"/>
          <ac:cxnSpMkLst>
            <pc:docMk/>
            <pc:sldMk cId="3844217041" sldId="449"/>
            <ac:cxnSpMk id="22" creationId="{84F2C6A8-7D46-49EA-860B-0F0B0208436C}"/>
          </ac:cxnSpMkLst>
        </pc:cxnChg>
        <pc:cxnChg chg="add">
          <ac:chgData name="Marjan Safvati" userId="S::13033461@student.uts.edu.au::b078d338-3321-46ca-9fec-b277ead7a057" providerId="AD" clId="Web-{C5616517-219E-4BFA-8EC7-0E9BDF56A79F}" dt="2021-05-16T12:29:49.543" v="241"/>
          <ac:cxnSpMkLst>
            <pc:docMk/>
            <pc:sldMk cId="3844217041" sldId="449"/>
            <ac:cxnSpMk id="26" creationId="{84F2C6A8-7D46-49EA-860B-0F0B0208436C}"/>
          </ac:cxnSpMkLst>
        </pc:cxnChg>
        <pc:cxnChg chg="add del">
          <ac:chgData name="Marjan Safvati" userId="S::13033461@student.uts.edu.au::b078d338-3321-46ca-9fec-b277ead7a057" providerId="AD" clId="Web-{C5616517-219E-4BFA-8EC7-0E9BDF56A79F}" dt="2021-05-16T12:27:00.398" v="167"/>
          <ac:cxnSpMkLst>
            <pc:docMk/>
            <pc:sldMk cId="3844217041" sldId="449"/>
            <ac:cxnSpMk id="30" creationId="{718A71EB-D327-4458-85FB-26336B2BA01B}"/>
          </ac:cxnSpMkLst>
        </pc:cxnChg>
        <pc:cxnChg chg="add">
          <ac:chgData name="Marjan Safvati" userId="S::13033461@student.uts.edu.au::b078d338-3321-46ca-9fec-b277ead7a057" providerId="AD" clId="Web-{C5616517-219E-4BFA-8EC7-0E9BDF56A79F}" dt="2021-05-16T12:29:49.543" v="241"/>
          <ac:cxnSpMkLst>
            <pc:docMk/>
            <pc:sldMk cId="3844217041" sldId="449"/>
            <ac:cxnSpMk id="34" creationId="{718A71EB-D327-4458-85FB-26336B2BA01B}"/>
          </ac:cxnSpMkLst>
        </pc:cxnChg>
      </pc:sldChg>
      <pc:sldChg chg="modSp new">
        <pc:chgData name="Marjan Safvati" userId="S::13033461@student.uts.edu.au::b078d338-3321-46ca-9fec-b277ead7a057" providerId="AD" clId="Web-{C5616517-219E-4BFA-8EC7-0E9BDF56A79F}" dt="2021-05-16T12:19:28.275" v="148" actId="14100"/>
        <pc:sldMkLst>
          <pc:docMk/>
          <pc:sldMk cId="1037108277" sldId="461"/>
        </pc:sldMkLst>
        <pc:spChg chg="mod">
          <ac:chgData name="Marjan Safvati" userId="S::13033461@student.uts.edu.au::b078d338-3321-46ca-9fec-b277ead7a057" providerId="AD" clId="Web-{C5616517-219E-4BFA-8EC7-0E9BDF56A79F}" dt="2021-05-16T12:19:28.275" v="148" actId="14100"/>
          <ac:spMkLst>
            <pc:docMk/>
            <pc:sldMk cId="1037108277" sldId="461"/>
            <ac:spMk id="2" creationId="{77BFA9F2-0D9B-4ECE-B25C-6B497BC472BA}"/>
          </ac:spMkLst>
        </pc:spChg>
        <pc:spChg chg="mod">
          <ac:chgData name="Marjan Safvati" userId="S::13033461@student.uts.edu.au::b078d338-3321-46ca-9fec-b277ead7a057" providerId="AD" clId="Web-{C5616517-219E-4BFA-8EC7-0E9BDF56A79F}" dt="2021-05-16T12:19:27.166" v="147" actId="20577"/>
          <ac:spMkLst>
            <pc:docMk/>
            <pc:sldMk cId="1037108277" sldId="461"/>
            <ac:spMk id="3" creationId="{19DF6572-E503-4BD2-8539-83E14102A80A}"/>
          </ac:spMkLst>
        </pc:spChg>
      </pc:sldChg>
    </pc:docChg>
  </pc:docChgLst>
  <pc:docChgLst>
    <pc:chgData name="Nicholas Iacono" userId="S::12911309@student.uts.edu.au::2193932d-7de8-4cbf-a685-8e0077463bc9" providerId="AD" clId="Web-{F34A71DC-D464-4E7E-BAC2-1375E2621C13}"/>
    <pc:docChg chg="modSld">
      <pc:chgData name="Nicholas Iacono" userId="S::12911309@student.uts.edu.au::2193932d-7de8-4cbf-a685-8e0077463bc9" providerId="AD" clId="Web-{F34A71DC-D464-4E7E-BAC2-1375E2621C13}" dt="2021-05-15T00:14:04.690" v="250" actId="1076"/>
      <pc:docMkLst>
        <pc:docMk/>
      </pc:docMkLst>
      <pc:sldChg chg="addSp modSp">
        <pc:chgData name="Nicholas Iacono" userId="S::12911309@student.uts.edu.au::2193932d-7de8-4cbf-a685-8e0077463bc9" providerId="AD" clId="Web-{F34A71DC-D464-4E7E-BAC2-1375E2621C13}" dt="2021-05-15T00:14:04.690" v="250" actId="1076"/>
        <pc:sldMkLst>
          <pc:docMk/>
          <pc:sldMk cId="1966889161" sldId="445"/>
        </pc:sldMkLst>
        <pc:spChg chg="mod">
          <ac:chgData name="Nicholas Iacono" userId="S::12911309@student.uts.edu.au::2193932d-7de8-4cbf-a685-8e0077463bc9" providerId="AD" clId="Web-{F34A71DC-D464-4E7E-BAC2-1375E2621C13}" dt="2021-05-15T00:13:26.814" v="244" actId="20577"/>
          <ac:spMkLst>
            <pc:docMk/>
            <pc:sldMk cId="1966889161" sldId="445"/>
            <ac:spMk id="3" creationId="{E270589A-6706-5144-BCD3-12E2CD443333}"/>
          </ac:spMkLst>
        </pc:spChg>
        <pc:picChg chg="add mod">
          <ac:chgData name="Nicholas Iacono" userId="S::12911309@student.uts.edu.au::2193932d-7de8-4cbf-a685-8e0077463bc9" providerId="AD" clId="Web-{F34A71DC-D464-4E7E-BAC2-1375E2621C13}" dt="2021-05-15T00:13:46.564" v="246" actId="1076"/>
          <ac:picMkLst>
            <pc:docMk/>
            <pc:sldMk cId="1966889161" sldId="445"/>
            <ac:picMk id="4" creationId="{59461CCB-6613-441B-BA10-0A1FDFD704B6}"/>
          </ac:picMkLst>
        </pc:picChg>
        <pc:picChg chg="add mod">
          <ac:chgData name="Nicholas Iacono" userId="S::12911309@student.uts.edu.au::2193932d-7de8-4cbf-a685-8e0077463bc9" providerId="AD" clId="Web-{F34A71DC-D464-4E7E-BAC2-1375E2621C13}" dt="2021-05-15T00:14:04.690" v="250" actId="1076"/>
          <ac:picMkLst>
            <pc:docMk/>
            <pc:sldMk cId="1966889161" sldId="445"/>
            <ac:picMk id="5" creationId="{61C61DB3-B9BF-4154-9916-2A08D056365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C7085B-0AAD-4659-B48C-8AB8EF3EBDB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A9A6D3-D15E-4EC3-A258-023A14D56D6A}">
      <dgm:prSet/>
      <dgm:spPr/>
      <dgm:t>
        <a:bodyPr/>
        <a:lstStyle/>
        <a:p>
          <a:r>
            <a:rPr lang="en-GB" b="1"/>
            <a:t>Profits and Investments </a:t>
          </a:r>
          <a:r>
            <a:rPr lang="en-AU" b="1"/>
            <a:t>🤑</a:t>
          </a:r>
          <a:endParaRPr lang="en-US"/>
        </a:p>
      </dgm:t>
    </dgm:pt>
    <dgm:pt modelId="{9E9C02DF-7C80-4C6F-A8BD-B170B998FFCA}" type="parTrans" cxnId="{96973F8A-AAE0-4125-88B1-AE9EAF3E402A}">
      <dgm:prSet/>
      <dgm:spPr/>
      <dgm:t>
        <a:bodyPr/>
        <a:lstStyle/>
        <a:p>
          <a:endParaRPr lang="en-US"/>
        </a:p>
      </dgm:t>
    </dgm:pt>
    <dgm:pt modelId="{0BCC116A-1EDE-41D9-AA45-186949E02FE4}" type="sibTrans" cxnId="{96973F8A-AAE0-4125-88B1-AE9EAF3E402A}">
      <dgm:prSet/>
      <dgm:spPr/>
      <dgm:t>
        <a:bodyPr/>
        <a:lstStyle/>
        <a:p>
          <a:endParaRPr lang="en-US"/>
        </a:p>
      </dgm:t>
    </dgm:pt>
    <dgm:pt modelId="{2AC06FAE-B02F-4E68-811F-1CEDCB7C2A54}">
      <dgm:prSet/>
      <dgm:spPr/>
      <dgm:t>
        <a:bodyPr/>
        <a:lstStyle/>
        <a:p>
          <a:r>
            <a:rPr lang="en-GB" b="1"/>
            <a:t>Advertising</a:t>
          </a:r>
          <a:endParaRPr lang="en-US" b="1"/>
        </a:p>
      </dgm:t>
    </dgm:pt>
    <dgm:pt modelId="{FDB81BC4-4D5D-4AD0-9513-4338F4CCFC7A}" type="parTrans" cxnId="{EA1876F5-3560-4129-8B1E-9A5DD6B7190F}">
      <dgm:prSet/>
      <dgm:spPr/>
      <dgm:t>
        <a:bodyPr/>
        <a:lstStyle/>
        <a:p>
          <a:endParaRPr lang="en-US"/>
        </a:p>
      </dgm:t>
    </dgm:pt>
    <dgm:pt modelId="{6F672C1B-16E8-4AD8-9C30-934AD2386799}" type="sibTrans" cxnId="{EA1876F5-3560-4129-8B1E-9A5DD6B7190F}">
      <dgm:prSet/>
      <dgm:spPr/>
      <dgm:t>
        <a:bodyPr/>
        <a:lstStyle/>
        <a:p>
          <a:endParaRPr lang="en-US"/>
        </a:p>
      </dgm:t>
    </dgm:pt>
    <dgm:pt modelId="{ECB1B32E-A57A-42C5-9841-89E855510A30}">
      <dgm:prSet/>
      <dgm:spPr/>
      <dgm:t>
        <a:bodyPr/>
        <a:lstStyle/>
        <a:p>
          <a:r>
            <a:rPr lang="en-GB" b="1"/>
            <a:t>Commissions</a:t>
          </a:r>
          <a:r>
            <a:rPr lang="en-GB"/>
            <a:t> based on partnerships with medical practitioners</a:t>
          </a:r>
          <a:endParaRPr lang="en-US"/>
        </a:p>
      </dgm:t>
    </dgm:pt>
    <dgm:pt modelId="{A975739A-4098-41CF-8174-A2C70A54304D}" type="parTrans" cxnId="{FC2DD2AF-0D37-4CD7-86D8-1A8035174FA1}">
      <dgm:prSet/>
      <dgm:spPr/>
      <dgm:t>
        <a:bodyPr/>
        <a:lstStyle/>
        <a:p>
          <a:endParaRPr lang="en-US"/>
        </a:p>
      </dgm:t>
    </dgm:pt>
    <dgm:pt modelId="{53A28E50-3110-4DF1-BFC2-F2BFD6CC21AB}" type="sibTrans" cxnId="{FC2DD2AF-0D37-4CD7-86D8-1A8035174FA1}">
      <dgm:prSet/>
      <dgm:spPr/>
      <dgm:t>
        <a:bodyPr/>
        <a:lstStyle/>
        <a:p>
          <a:endParaRPr lang="en-US"/>
        </a:p>
      </dgm:t>
    </dgm:pt>
    <dgm:pt modelId="{7829FDFB-7CE1-4DDD-A653-64F848859FC7}">
      <dgm:prSet/>
      <dgm:spPr/>
      <dgm:t>
        <a:bodyPr/>
        <a:lstStyle/>
        <a:p>
          <a:r>
            <a:rPr lang="en-GB"/>
            <a:t>Government </a:t>
          </a:r>
          <a:r>
            <a:rPr lang="en-GB" b="1"/>
            <a:t>grants</a:t>
          </a:r>
          <a:br>
            <a:rPr lang="en-GB"/>
          </a:br>
          <a:endParaRPr lang="en-US"/>
        </a:p>
      </dgm:t>
    </dgm:pt>
    <dgm:pt modelId="{BEDFC29A-39CD-49CF-9221-ADF85F1DA3A0}" type="parTrans" cxnId="{EE5BBD38-BA7A-4D8D-A658-2F833A3E06E7}">
      <dgm:prSet/>
      <dgm:spPr/>
      <dgm:t>
        <a:bodyPr/>
        <a:lstStyle/>
        <a:p>
          <a:endParaRPr lang="en-US"/>
        </a:p>
      </dgm:t>
    </dgm:pt>
    <dgm:pt modelId="{4C13CEA2-3F35-4A4B-BF8A-FABE1BFE984B}" type="sibTrans" cxnId="{EE5BBD38-BA7A-4D8D-A658-2F833A3E06E7}">
      <dgm:prSet/>
      <dgm:spPr/>
      <dgm:t>
        <a:bodyPr/>
        <a:lstStyle/>
        <a:p>
          <a:endParaRPr lang="en-US"/>
        </a:p>
      </dgm:t>
    </dgm:pt>
    <dgm:pt modelId="{B59052D6-A7CC-4943-AB39-04C07BC28A88}">
      <dgm:prSet/>
      <dgm:spPr/>
      <dgm:t>
        <a:bodyPr/>
        <a:lstStyle/>
        <a:p>
          <a:r>
            <a:rPr lang="en-GB" b="1"/>
            <a:t>Future Markets </a:t>
          </a:r>
          <a:r>
            <a:rPr lang="en-AU" b="1"/>
            <a:t>🌏</a:t>
          </a:r>
          <a:endParaRPr lang="en-US"/>
        </a:p>
      </dgm:t>
    </dgm:pt>
    <dgm:pt modelId="{50DF0AE1-090A-43E9-AF1F-75BB13E570F3}" type="parTrans" cxnId="{1DCFDD49-C574-466F-8BBB-BCC005F697AF}">
      <dgm:prSet/>
      <dgm:spPr/>
      <dgm:t>
        <a:bodyPr/>
        <a:lstStyle/>
        <a:p>
          <a:endParaRPr lang="en-US"/>
        </a:p>
      </dgm:t>
    </dgm:pt>
    <dgm:pt modelId="{66285EEF-FAFE-454C-A588-84BB9741EDF0}" type="sibTrans" cxnId="{1DCFDD49-C574-466F-8BBB-BCC005F697AF}">
      <dgm:prSet/>
      <dgm:spPr/>
      <dgm:t>
        <a:bodyPr/>
        <a:lstStyle/>
        <a:p>
          <a:endParaRPr lang="en-US"/>
        </a:p>
      </dgm:t>
    </dgm:pt>
    <dgm:pt modelId="{108FF129-FCF0-4607-B38C-AEA2B9FDA22F}">
      <dgm:prSet/>
      <dgm:spPr/>
      <dgm:t>
        <a:bodyPr/>
        <a:lstStyle/>
        <a:p>
          <a:r>
            <a:rPr lang="en-GB"/>
            <a:t>Expanding into the </a:t>
          </a:r>
          <a:r>
            <a:rPr lang="en-GB" b="1"/>
            <a:t>wider health community </a:t>
          </a:r>
          <a:r>
            <a:rPr lang="en-GB"/>
            <a:t>where it can be used in hospitals by </a:t>
          </a:r>
          <a:r>
            <a:rPr lang="en-GB" b="1"/>
            <a:t>doctors and nurses</a:t>
          </a:r>
          <a:endParaRPr lang="en-US" b="1"/>
        </a:p>
      </dgm:t>
    </dgm:pt>
    <dgm:pt modelId="{828324C1-1C2C-438A-B1EB-087D71291838}" type="parTrans" cxnId="{FF025412-27F6-4148-A15C-9C95D72437B2}">
      <dgm:prSet/>
      <dgm:spPr/>
      <dgm:t>
        <a:bodyPr/>
        <a:lstStyle/>
        <a:p>
          <a:endParaRPr lang="en-US"/>
        </a:p>
      </dgm:t>
    </dgm:pt>
    <dgm:pt modelId="{4123A0A8-0729-430B-90B5-5A96472E6FA3}" type="sibTrans" cxnId="{FF025412-27F6-4148-A15C-9C95D72437B2}">
      <dgm:prSet/>
      <dgm:spPr/>
      <dgm:t>
        <a:bodyPr/>
        <a:lstStyle/>
        <a:p>
          <a:endParaRPr lang="en-US"/>
        </a:p>
      </dgm:t>
    </dgm:pt>
    <dgm:pt modelId="{61C06DA7-28D7-4735-9DDA-DC08713B770E}">
      <dgm:prSet/>
      <dgm:spPr/>
      <dgm:t>
        <a:bodyPr/>
        <a:lstStyle/>
        <a:p>
          <a:r>
            <a:rPr lang="en-GB"/>
            <a:t>Expanding to </a:t>
          </a:r>
          <a:r>
            <a:rPr lang="en-GB" b="1"/>
            <a:t>foreign markets</a:t>
          </a:r>
          <a:r>
            <a:rPr lang="en-GB"/>
            <a:t>, with higher COVID cases, ex - India</a:t>
          </a:r>
          <a:endParaRPr lang="en-US"/>
        </a:p>
      </dgm:t>
    </dgm:pt>
    <dgm:pt modelId="{AFB9795B-954F-4AC3-805F-BAE634AF6E8B}" type="parTrans" cxnId="{2DAEF072-343D-4B15-8605-D2FDBCE19199}">
      <dgm:prSet/>
      <dgm:spPr/>
      <dgm:t>
        <a:bodyPr/>
        <a:lstStyle/>
        <a:p>
          <a:endParaRPr lang="en-US"/>
        </a:p>
      </dgm:t>
    </dgm:pt>
    <dgm:pt modelId="{AF8EB6BC-599F-4D24-B9D4-40136B1F7027}" type="sibTrans" cxnId="{2DAEF072-343D-4B15-8605-D2FDBCE19199}">
      <dgm:prSet/>
      <dgm:spPr/>
      <dgm:t>
        <a:bodyPr/>
        <a:lstStyle/>
        <a:p>
          <a:endParaRPr lang="en-US"/>
        </a:p>
      </dgm:t>
    </dgm:pt>
    <dgm:pt modelId="{A40AFFF4-5AD5-4E49-8D9E-EFE8290973FF}">
      <dgm:prSet/>
      <dgm:spPr/>
      <dgm:t>
        <a:bodyPr/>
        <a:lstStyle/>
        <a:p>
          <a:r>
            <a:rPr lang="en-GB"/>
            <a:t>Converting our website into </a:t>
          </a:r>
          <a:r>
            <a:rPr lang="en-GB" b="1"/>
            <a:t>packaged software </a:t>
          </a:r>
          <a:r>
            <a:rPr lang="en-GB"/>
            <a:t>suitable in the medical field where hospitals may be able to use them</a:t>
          </a:r>
          <a:endParaRPr lang="en-US"/>
        </a:p>
      </dgm:t>
    </dgm:pt>
    <dgm:pt modelId="{78A51754-FE17-4C9E-8725-E4C05ACA0EDF}" type="parTrans" cxnId="{694CD812-4630-48D2-8134-C110BDAA27F1}">
      <dgm:prSet/>
      <dgm:spPr/>
      <dgm:t>
        <a:bodyPr/>
        <a:lstStyle/>
        <a:p>
          <a:endParaRPr lang="en-US"/>
        </a:p>
      </dgm:t>
    </dgm:pt>
    <dgm:pt modelId="{C3649C00-3D3A-4CAB-B574-0052888F755A}" type="sibTrans" cxnId="{694CD812-4630-48D2-8134-C110BDAA27F1}">
      <dgm:prSet/>
      <dgm:spPr/>
      <dgm:t>
        <a:bodyPr/>
        <a:lstStyle/>
        <a:p>
          <a:endParaRPr lang="en-US"/>
        </a:p>
      </dgm:t>
    </dgm:pt>
    <dgm:pt modelId="{A95D9220-207E-4891-829D-18355E88AC1D}" type="pres">
      <dgm:prSet presAssocID="{82C7085B-0AAD-4659-B48C-8AB8EF3EBDB9}" presName="linear" presStyleCnt="0">
        <dgm:presLayoutVars>
          <dgm:animLvl val="lvl"/>
          <dgm:resizeHandles val="exact"/>
        </dgm:presLayoutVars>
      </dgm:prSet>
      <dgm:spPr/>
    </dgm:pt>
    <dgm:pt modelId="{97C7AA72-1EFF-474A-9ABA-39CA93609762}" type="pres">
      <dgm:prSet presAssocID="{1AA9A6D3-D15E-4EC3-A258-023A14D56D6A}" presName="parentText" presStyleLbl="node1" presStyleIdx="0" presStyleCnt="2" custLinFactNeighborX="103" custLinFactNeighborY="-10689">
        <dgm:presLayoutVars>
          <dgm:chMax val="0"/>
          <dgm:bulletEnabled val="1"/>
        </dgm:presLayoutVars>
      </dgm:prSet>
      <dgm:spPr/>
    </dgm:pt>
    <dgm:pt modelId="{4914A803-7220-43EF-ACF2-129BA0011CDF}" type="pres">
      <dgm:prSet presAssocID="{1AA9A6D3-D15E-4EC3-A258-023A14D56D6A}" presName="childText" presStyleLbl="revTx" presStyleIdx="0" presStyleCnt="2">
        <dgm:presLayoutVars>
          <dgm:bulletEnabled val="1"/>
        </dgm:presLayoutVars>
      </dgm:prSet>
      <dgm:spPr/>
    </dgm:pt>
    <dgm:pt modelId="{8F4105BF-C050-4E98-B76B-DF34F3F2ECE6}" type="pres">
      <dgm:prSet presAssocID="{B59052D6-A7CC-4943-AB39-04C07BC28A88}" presName="parentText" presStyleLbl="node1" presStyleIdx="1" presStyleCnt="2" custLinFactNeighborX="103" custLinFactNeighborY="-7738">
        <dgm:presLayoutVars>
          <dgm:chMax val="0"/>
          <dgm:bulletEnabled val="1"/>
        </dgm:presLayoutVars>
      </dgm:prSet>
      <dgm:spPr/>
    </dgm:pt>
    <dgm:pt modelId="{A7517E8E-D0CB-4A86-95B3-8641244D61F8}" type="pres">
      <dgm:prSet presAssocID="{B59052D6-A7CC-4943-AB39-04C07BC28A8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F025412-27F6-4148-A15C-9C95D72437B2}" srcId="{B59052D6-A7CC-4943-AB39-04C07BC28A88}" destId="{108FF129-FCF0-4607-B38C-AEA2B9FDA22F}" srcOrd="0" destOrd="0" parTransId="{828324C1-1C2C-438A-B1EB-087D71291838}" sibTransId="{4123A0A8-0729-430B-90B5-5A96472E6FA3}"/>
    <dgm:cxn modelId="{694CD812-4630-48D2-8134-C110BDAA27F1}" srcId="{B59052D6-A7CC-4943-AB39-04C07BC28A88}" destId="{A40AFFF4-5AD5-4E49-8D9E-EFE8290973FF}" srcOrd="2" destOrd="0" parTransId="{78A51754-FE17-4C9E-8725-E4C05ACA0EDF}" sibTransId="{C3649C00-3D3A-4CAB-B574-0052888F755A}"/>
    <dgm:cxn modelId="{390BAB29-DF9B-43D2-850A-EFD59DB1976E}" type="presOf" srcId="{1AA9A6D3-D15E-4EC3-A258-023A14D56D6A}" destId="{97C7AA72-1EFF-474A-9ABA-39CA93609762}" srcOrd="0" destOrd="0" presId="urn:microsoft.com/office/officeart/2005/8/layout/vList2"/>
    <dgm:cxn modelId="{EE5BBD38-BA7A-4D8D-A658-2F833A3E06E7}" srcId="{1AA9A6D3-D15E-4EC3-A258-023A14D56D6A}" destId="{7829FDFB-7CE1-4DDD-A653-64F848859FC7}" srcOrd="2" destOrd="0" parTransId="{BEDFC29A-39CD-49CF-9221-ADF85F1DA3A0}" sibTransId="{4C13CEA2-3F35-4A4B-BF8A-FABE1BFE984B}"/>
    <dgm:cxn modelId="{E6AB9260-A5E4-4554-BF5B-B2827DD441D9}" type="presOf" srcId="{7829FDFB-7CE1-4DDD-A653-64F848859FC7}" destId="{4914A803-7220-43EF-ACF2-129BA0011CDF}" srcOrd="0" destOrd="2" presId="urn:microsoft.com/office/officeart/2005/8/layout/vList2"/>
    <dgm:cxn modelId="{1DCFDD49-C574-466F-8BBB-BCC005F697AF}" srcId="{82C7085B-0AAD-4659-B48C-8AB8EF3EBDB9}" destId="{B59052D6-A7CC-4943-AB39-04C07BC28A88}" srcOrd="1" destOrd="0" parTransId="{50DF0AE1-090A-43E9-AF1F-75BB13E570F3}" sibTransId="{66285EEF-FAFE-454C-A588-84BB9741EDF0}"/>
    <dgm:cxn modelId="{2DAEF072-343D-4B15-8605-D2FDBCE19199}" srcId="{B59052D6-A7CC-4943-AB39-04C07BC28A88}" destId="{61C06DA7-28D7-4735-9DDA-DC08713B770E}" srcOrd="1" destOrd="0" parTransId="{AFB9795B-954F-4AC3-805F-BAE634AF6E8B}" sibTransId="{AF8EB6BC-599F-4D24-B9D4-40136B1F7027}"/>
    <dgm:cxn modelId="{C6784C58-360A-4B9A-AF2B-61DD4D87CFA5}" type="presOf" srcId="{A40AFFF4-5AD5-4E49-8D9E-EFE8290973FF}" destId="{A7517E8E-D0CB-4A86-95B3-8641244D61F8}" srcOrd="0" destOrd="2" presId="urn:microsoft.com/office/officeart/2005/8/layout/vList2"/>
    <dgm:cxn modelId="{BE26827C-426C-4C02-93F4-EAF6443DA1C1}" type="presOf" srcId="{B59052D6-A7CC-4943-AB39-04C07BC28A88}" destId="{8F4105BF-C050-4E98-B76B-DF34F3F2ECE6}" srcOrd="0" destOrd="0" presId="urn:microsoft.com/office/officeart/2005/8/layout/vList2"/>
    <dgm:cxn modelId="{EF222780-0157-4802-8390-4E7958422B2B}" type="presOf" srcId="{ECB1B32E-A57A-42C5-9841-89E855510A30}" destId="{4914A803-7220-43EF-ACF2-129BA0011CDF}" srcOrd="0" destOrd="1" presId="urn:microsoft.com/office/officeart/2005/8/layout/vList2"/>
    <dgm:cxn modelId="{96973F8A-AAE0-4125-88B1-AE9EAF3E402A}" srcId="{82C7085B-0AAD-4659-B48C-8AB8EF3EBDB9}" destId="{1AA9A6D3-D15E-4EC3-A258-023A14D56D6A}" srcOrd="0" destOrd="0" parTransId="{9E9C02DF-7C80-4C6F-A8BD-B170B998FFCA}" sibTransId="{0BCC116A-1EDE-41D9-AA45-186949E02FE4}"/>
    <dgm:cxn modelId="{45DE839F-A860-4921-B434-BDAEC7371251}" type="presOf" srcId="{2AC06FAE-B02F-4E68-811F-1CEDCB7C2A54}" destId="{4914A803-7220-43EF-ACF2-129BA0011CDF}" srcOrd="0" destOrd="0" presId="urn:microsoft.com/office/officeart/2005/8/layout/vList2"/>
    <dgm:cxn modelId="{FC2DD2AF-0D37-4CD7-86D8-1A8035174FA1}" srcId="{1AA9A6D3-D15E-4EC3-A258-023A14D56D6A}" destId="{ECB1B32E-A57A-42C5-9841-89E855510A30}" srcOrd="1" destOrd="0" parTransId="{A975739A-4098-41CF-8174-A2C70A54304D}" sibTransId="{53A28E50-3110-4DF1-BFC2-F2BFD6CC21AB}"/>
    <dgm:cxn modelId="{0FE5C9C9-6276-4E97-A5BF-476C81663211}" type="presOf" srcId="{61C06DA7-28D7-4735-9DDA-DC08713B770E}" destId="{A7517E8E-D0CB-4A86-95B3-8641244D61F8}" srcOrd="0" destOrd="1" presId="urn:microsoft.com/office/officeart/2005/8/layout/vList2"/>
    <dgm:cxn modelId="{88EA1BDA-AD3B-4D87-A10A-3308F22877BA}" type="presOf" srcId="{82C7085B-0AAD-4659-B48C-8AB8EF3EBDB9}" destId="{A95D9220-207E-4891-829D-18355E88AC1D}" srcOrd="0" destOrd="0" presId="urn:microsoft.com/office/officeart/2005/8/layout/vList2"/>
    <dgm:cxn modelId="{01FF16F3-56C2-456A-AA80-BAFBD6DAA513}" type="presOf" srcId="{108FF129-FCF0-4607-B38C-AEA2B9FDA22F}" destId="{A7517E8E-D0CB-4A86-95B3-8641244D61F8}" srcOrd="0" destOrd="0" presId="urn:microsoft.com/office/officeart/2005/8/layout/vList2"/>
    <dgm:cxn modelId="{EA1876F5-3560-4129-8B1E-9A5DD6B7190F}" srcId="{1AA9A6D3-D15E-4EC3-A258-023A14D56D6A}" destId="{2AC06FAE-B02F-4E68-811F-1CEDCB7C2A54}" srcOrd="0" destOrd="0" parTransId="{FDB81BC4-4D5D-4AD0-9513-4338F4CCFC7A}" sibTransId="{6F672C1B-16E8-4AD8-9C30-934AD2386799}"/>
    <dgm:cxn modelId="{F1243F0A-BEB1-48BD-8B23-71B28E465547}" type="presParOf" srcId="{A95D9220-207E-4891-829D-18355E88AC1D}" destId="{97C7AA72-1EFF-474A-9ABA-39CA93609762}" srcOrd="0" destOrd="0" presId="urn:microsoft.com/office/officeart/2005/8/layout/vList2"/>
    <dgm:cxn modelId="{0D631BB4-6535-4CA4-82FD-DB3CDC674595}" type="presParOf" srcId="{A95D9220-207E-4891-829D-18355E88AC1D}" destId="{4914A803-7220-43EF-ACF2-129BA0011CDF}" srcOrd="1" destOrd="0" presId="urn:microsoft.com/office/officeart/2005/8/layout/vList2"/>
    <dgm:cxn modelId="{726B11E3-C6FD-4F18-92D7-4CBB0E920B86}" type="presParOf" srcId="{A95D9220-207E-4891-829D-18355E88AC1D}" destId="{8F4105BF-C050-4E98-B76B-DF34F3F2ECE6}" srcOrd="2" destOrd="0" presId="urn:microsoft.com/office/officeart/2005/8/layout/vList2"/>
    <dgm:cxn modelId="{B9FF26DA-10D0-4A1B-A73C-25507D1D4737}" type="presParOf" srcId="{A95D9220-207E-4891-829D-18355E88AC1D}" destId="{A7517E8E-D0CB-4A86-95B3-8641244D61F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F56455-7F69-4E1A-B89E-116EF97FEB8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724AD0-29E2-4229-81CA-66391AE24932}">
      <dgm:prSet/>
      <dgm:spPr/>
      <dgm:t>
        <a:bodyPr/>
        <a:lstStyle/>
        <a:p>
          <a:r>
            <a:rPr lang="en-GB" b="1"/>
            <a:t>Research input </a:t>
          </a:r>
          <a:r>
            <a:rPr lang="en-AU" b="1"/>
            <a:t>🔬</a:t>
          </a:r>
          <a:endParaRPr lang="en-US"/>
        </a:p>
      </dgm:t>
    </dgm:pt>
    <dgm:pt modelId="{ECCC172A-B460-408D-9C50-198D884309CB}" type="parTrans" cxnId="{E281F788-4CD7-41A5-A793-A0AC04CE93C5}">
      <dgm:prSet/>
      <dgm:spPr/>
      <dgm:t>
        <a:bodyPr/>
        <a:lstStyle/>
        <a:p>
          <a:endParaRPr lang="en-US"/>
        </a:p>
      </dgm:t>
    </dgm:pt>
    <dgm:pt modelId="{9D168FFC-A602-47C2-ABDE-18894BC85FE4}" type="sibTrans" cxnId="{E281F788-4CD7-41A5-A793-A0AC04CE93C5}">
      <dgm:prSet/>
      <dgm:spPr/>
      <dgm:t>
        <a:bodyPr/>
        <a:lstStyle/>
        <a:p>
          <a:endParaRPr lang="en-US"/>
        </a:p>
      </dgm:t>
    </dgm:pt>
    <dgm:pt modelId="{FC848AC9-A972-4B15-83CA-4883BE053536}">
      <dgm:prSet/>
      <dgm:spPr/>
      <dgm:t>
        <a:bodyPr/>
        <a:lstStyle/>
        <a:p>
          <a:r>
            <a:rPr lang="en-GB"/>
            <a:t>Obtaining research from the </a:t>
          </a:r>
          <a:r>
            <a:rPr lang="en-GB" b="1"/>
            <a:t>medical field </a:t>
          </a:r>
          <a:r>
            <a:rPr lang="en-GB"/>
            <a:t>and implementing it into our application</a:t>
          </a:r>
          <a:endParaRPr lang="en-US"/>
        </a:p>
      </dgm:t>
    </dgm:pt>
    <dgm:pt modelId="{58116E6C-F825-4690-BD1E-FB9249A8496A}" type="parTrans" cxnId="{1CC3CB39-E2D3-4C1B-866D-1F8D69665648}">
      <dgm:prSet/>
      <dgm:spPr/>
      <dgm:t>
        <a:bodyPr/>
        <a:lstStyle/>
        <a:p>
          <a:endParaRPr lang="en-US"/>
        </a:p>
      </dgm:t>
    </dgm:pt>
    <dgm:pt modelId="{20B11B6E-56B6-4054-B025-C5AB573D2F8A}" type="sibTrans" cxnId="{1CC3CB39-E2D3-4C1B-866D-1F8D69665648}">
      <dgm:prSet/>
      <dgm:spPr/>
      <dgm:t>
        <a:bodyPr/>
        <a:lstStyle/>
        <a:p>
          <a:endParaRPr lang="en-US"/>
        </a:p>
      </dgm:t>
    </dgm:pt>
    <dgm:pt modelId="{4CC263D7-7C2C-4F93-B0DF-B53144C81C88}">
      <dgm:prSet/>
      <dgm:spPr/>
      <dgm:t>
        <a:bodyPr/>
        <a:lstStyle/>
        <a:p>
          <a:r>
            <a:rPr lang="en-GB"/>
            <a:t>Implementing more sophisticated and reliable </a:t>
          </a:r>
          <a:r>
            <a:rPr lang="en-GB" b="1"/>
            <a:t>algorithms</a:t>
          </a:r>
          <a:r>
            <a:rPr lang="en-GB"/>
            <a:t> within our application</a:t>
          </a:r>
          <a:endParaRPr lang="en-US"/>
        </a:p>
      </dgm:t>
    </dgm:pt>
    <dgm:pt modelId="{405E5E41-977D-457F-B0D8-AC95ACFB5C43}" type="parTrans" cxnId="{604C5FAC-6B3C-4E77-8F21-004939856FCE}">
      <dgm:prSet/>
      <dgm:spPr/>
      <dgm:t>
        <a:bodyPr/>
        <a:lstStyle/>
        <a:p>
          <a:endParaRPr lang="en-US"/>
        </a:p>
      </dgm:t>
    </dgm:pt>
    <dgm:pt modelId="{6D1E3D0D-8ABB-46C4-B064-0B2C861A5EF2}" type="sibTrans" cxnId="{604C5FAC-6B3C-4E77-8F21-004939856FCE}">
      <dgm:prSet/>
      <dgm:spPr/>
      <dgm:t>
        <a:bodyPr/>
        <a:lstStyle/>
        <a:p>
          <a:endParaRPr lang="en-US"/>
        </a:p>
      </dgm:t>
    </dgm:pt>
    <dgm:pt modelId="{6FB72F34-4DDD-48AF-AB79-379A3B85FFB8}">
      <dgm:prSet/>
      <dgm:spPr/>
      <dgm:t>
        <a:bodyPr/>
        <a:lstStyle/>
        <a:p>
          <a:r>
            <a:rPr lang="en-GB"/>
            <a:t>Gaining </a:t>
          </a:r>
          <a:r>
            <a:rPr lang="en-GB" b="1"/>
            <a:t>approval</a:t>
          </a:r>
          <a:r>
            <a:rPr lang="en-GB"/>
            <a:t> from the medical field of the correctness and suitability of our application</a:t>
          </a:r>
          <a:endParaRPr lang="en-US"/>
        </a:p>
      </dgm:t>
    </dgm:pt>
    <dgm:pt modelId="{DA4B89BF-EE32-4B2D-A838-96CB7E3CF38F}" type="parTrans" cxnId="{4B42CE85-A8DD-409F-8E6F-6C2063A7841C}">
      <dgm:prSet/>
      <dgm:spPr/>
      <dgm:t>
        <a:bodyPr/>
        <a:lstStyle/>
        <a:p>
          <a:endParaRPr lang="en-US"/>
        </a:p>
      </dgm:t>
    </dgm:pt>
    <dgm:pt modelId="{71CC52BF-AA04-44E6-AE3C-F393D842901B}" type="sibTrans" cxnId="{4B42CE85-A8DD-409F-8E6F-6C2063A7841C}">
      <dgm:prSet/>
      <dgm:spPr/>
      <dgm:t>
        <a:bodyPr/>
        <a:lstStyle/>
        <a:p>
          <a:endParaRPr lang="en-US"/>
        </a:p>
      </dgm:t>
    </dgm:pt>
    <dgm:pt modelId="{FAFA47F8-2D63-4FB3-A577-41A6E80913CA}">
      <dgm:prSet/>
      <dgm:spPr/>
      <dgm:t>
        <a:bodyPr/>
        <a:lstStyle/>
        <a:p>
          <a:r>
            <a:rPr lang="en-GB" b="1"/>
            <a:t>More features! </a:t>
          </a:r>
          <a:r>
            <a:rPr lang="en-AU" b="1"/>
            <a:t>🌈</a:t>
          </a:r>
          <a:r>
            <a:rPr lang="en-GB" b="1"/>
            <a:t> </a:t>
          </a:r>
          <a:endParaRPr lang="en-US"/>
        </a:p>
      </dgm:t>
    </dgm:pt>
    <dgm:pt modelId="{E3A77F6E-CB1F-49AC-AA54-906DB80374B4}" type="parTrans" cxnId="{20B70E16-15D8-46CF-B3FC-A6691BE37F0A}">
      <dgm:prSet/>
      <dgm:spPr/>
      <dgm:t>
        <a:bodyPr/>
        <a:lstStyle/>
        <a:p>
          <a:endParaRPr lang="en-US"/>
        </a:p>
      </dgm:t>
    </dgm:pt>
    <dgm:pt modelId="{312F82A0-5AC2-4A4F-A3CB-F4B349777086}" type="sibTrans" cxnId="{20B70E16-15D8-46CF-B3FC-A6691BE37F0A}">
      <dgm:prSet/>
      <dgm:spPr/>
      <dgm:t>
        <a:bodyPr/>
        <a:lstStyle/>
        <a:p>
          <a:endParaRPr lang="en-US"/>
        </a:p>
      </dgm:t>
    </dgm:pt>
    <dgm:pt modelId="{58FA9101-F5ED-4CC2-90CD-150A37B35193}">
      <dgm:prSet/>
      <dgm:spPr/>
      <dgm:t>
        <a:bodyPr/>
        <a:lstStyle/>
        <a:p>
          <a:r>
            <a:rPr lang="en-GB"/>
            <a:t>A more </a:t>
          </a:r>
          <a:r>
            <a:rPr lang="en-GB" b="1"/>
            <a:t>refined and reliable </a:t>
          </a:r>
          <a:r>
            <a:rPr lang="en-GB"/>
            <a:t>machine learning chatbot </a:t>
          </a:r>
          <a:endParaRPr lang="en-US"/>
        </a:p>
      </dgm:t>
    </dgm:pt>
    <dgm:pt modelId="{784A4442-B033-46CF-BDA4-CA61E92C513C}" type="parTrans" cxnId="{8A8E006F-5BDA-42E6-A6C3-435715D99D5D}">
      <dgm:prSet/>
      <dgm:spPr/>
      <dgm:t>
        <a:bodyPr/>
        <a:lstStyle/>
        <a:p>
          <a:endParaRPr lang="en-US"/>
        </a:p>
      </dgm:t>
    </dgm:pt>
    <dgm:pt modelId="{341DB33C-CAF1-4280-A028-93B3B10B9140}" type="sibTrans" cxnId="{8A8E006F-5BDA-42E6-A6C3-435715D99D5D}">
      <dgm:prSet/>
      <dgm:spPr/>
      <dgm:t>
        <a:bodyPr/>
        <a:lstStyle/>
        <a:p>
          <a:endParaRPr lang="en-US"/>
        </a:p>
      </dgm:t>
    </dgm:pt>
    <dgm:pt modelId="{8B90678D-E6B5-425A-AD05-CEBC7206ACE3}">
      <dgm:prSet/>
      <dgm:spPr/>
      <dgm:t>
        <a:bodyPr/>
        <a:lstStyle/>
        <a:p>
          <a:r>
            <a:rPr lang="en-GB"/>
            <a:t>A more </a:t>
          </a:r>
          <a:r>
            <a:rPr lang="en-GB" b="1"/>
            <a:t>generalised location feature</a:t>
          </a:r>
          <a:r>
            <a:rPr lang="en-GB"/>
            <a:t> which covers other contagious diseases such as influenza</a:t>
          </a:r>
          <a:endParaRPr lang="en-US"/>
        </a:p>
      </dgm:t>
    </dgm:pt>
    <dgm:pt modelId="{81EF410F-C009-4BC9-88F2-29A937BA4A7D}" type="parTrans" cxnId="{D01D2DC3-7024-4A11-9756-001A46FD6C73}">
      <dgm:prSet/>
      <dgm:spPr/>
      <dgm:t>
        <a:bodyPr/>
        <a:lstStyle/>
        <a:p>
          <a:endParaRPr lang="en-US"/>
        </a:p>
      </dgm:t>
    </dgm:pt>
    <dgm:pt modelId="{D5C0DB40-43D7-4C68-8AE6-3789A4BA55FF}" type="sibTrans" cxnId="{D01D2DC3-7024-4A11-9756-001A46FD6C73}">
      <dgm:prSet/>
      <dgm:spPr/>
      <dgm:t>
        <a:bodyPr/>
        <a:lstStyle/>
        <a:p>
          <a:endParaRPr lang="en-US"/>
        </a:p>
      </dgm:t>
    </dgm:pt>
    <dgm:pt modelId="{97E828E7-B5B7-4052-9AA5-658DDE4C28A1}">
      <dgm:prSet/>
      <dgm:spPr/>
      <dgm:t>
        <a:bodyPr/>
        <a:lstStyle/>
        <a:p>
          <a:endParaRPr lang="en-US"/>
        </a:p>
      </dgm:t>
    </dgm:pt>
    <dgm:pt modelId="{F11647A1-EE30-4F39-8B56-DEB658F468F9}" type="parTrans" cxnId="{EA61C985-E73F-4DC9-9E5F-9FC0C04005AB}">
      <dgm:prSet/>
      <dgm:spPr/>
      <dgm:t>
        <a:bodyPr/>
        <a:lstStyle/>
        <a:p>
          <a:endParaRPr lang="en-AU"/>
        </a:p>
      </dgm:t>
    </dgm:pt>
    <dgm:pt modelId="{3BB53E0C-0993-4D1A-943F-18D5AC38C8D8}" type="sibTrans" cxnId="{EA61C985-E73F-4DC9-9E5F-9FC0C04005AB}">
      <dgm:prSet/>
      <dgm:spPr/>
      <dgm:t>
        <a:bodyPr/>
        <a:lstStyle/>
        <a:p>
          <a:endParaRPr lang="en-AU"/>
        </a:p>
      </dgm:t>
    </dgm:pt>
    <dgm:pt modelId="{52ADE8B2-7B03-4004-A2ED-10C909795792}" type="pres">
      <dgm:prSet presAssocID="{FCF56455-7F69-4E1A-B89E-116EF97FEB8B}" presName="linear" presStyleCnt="0">
        <dgm:presLayoutVars>
          <dgm:animLvl val="lvl"/>
          <dgm:resizeHandles val="exact"/>
        </dgm:presLayoutVars>
      </dgm:prSet>
      <dgm:spPr/>
    </dgm:pt>
    <dgm:pt modelId="{C082C187-2683-4B46-9DBB-3C8AE1063203}" type="pres">
      <dgm:prSet presAssocID="{C7724AD0-29E2-4229-81CA-66391AE24932}" presName="parentText" presStyleLbl="node1" presStyleIdx="0" presStyleCnt="2" custLinFactNeighborX="104" custLinFactNeighborY="-6364">
        <dgm:presLayoutVars>
          <dgm:chMax val="0"/>
          <dgm:bulletEnabled val="1"/>
        </dgm:presLayoutVars>
      </dgm:prSet>
      <dgm:spPr/>
    </dgm:pt>
    <dgm:pt modelId="{C14BCFCE-5C13-4062-849B-43980B5A963D}" type="pres">
      <dgm:prSet presAssocID="{C7724AD0-29E2-4229-81CA-66391AE24932}" presName="childText" presStyleLbl="revTx" presStyleIdx="0" presStyleCnt="2">
        <dgm:presLayoutVars>
          <dgm:bulletEnabled val="1"/>
        </dgm:presLayoutVars>
      </dgm:prSet>
      <dgm:spPr/>
    </dgm:pt>
    <dgm:pt modelId="{5D04C385-7E02-48D2-9F1D-1D881162A961}" type="pres">
      <dgm:prSet presAssocID="{FAFA47F8-2D63-4FB3-A577-41A6E80913CA}" presName="parentText" presStyleLbl="node1" presStyleIdx="1" presStyleCnt="2" custLinFactNeighborX="103" custLinFactNeighborY="-13025">
        <dgm:presLayoutVars>
          <dgm:chMax val="0"/>
          <dgm:bulletEnabled val="1"/>
        </dgm:presLayoutVars>
      </dgm:prSet>
      <dgm:spPr/>
    </dgm:pt>
    <dgm:pt modelId="{1D59018A-DCF1-4772-AFA2-77CB38EEF6CA}" type="pres">
      <dgm:prSet presAssocID="{FAFA47F8-2D63-4FB3-A577-41A6E80913C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0B70E16-15D8-46CF-B3FC-A6691BE37F0A}" srcId="{FCF56455-7F69-4E1A-B89E-116EF97FEB8B}" destId="{FAFA47F8-2D63-4FB3-A577-41A6E80913CA}" srcOrd="1" destOrd="0" parTransId="{E3A77F6E-CB1F-49AC-AA54-906DB80374B4}" sibTransId="{312F82A0-5AC2-4A4F-A3CB-F4B349777086}"/>
    <dgm:cxn modelId="{A8EDDC2E-5332-48A5-A1F2-37E429E32BD6}" type="presOf" srcId="{FAFA47F8-2D63-4FB3-A577-41A6E80913CA}" destId="{5D04C385-7E02-48D2-9F1D-1D881162A961}" srcOrd="0" destOrd="0" presId="urn:microsoft.com/office/officeart/2005/8/layout/vList2"/>
    <dgm:cxn modelId="{0305602F-E339-411D-9A99-778F029D5562}" type="presOf" srcId="{58FA9101-F5ED-4CC2-90CD-150A37B35193}" destId="{1D59018A-DCF1-4772-AFA2-77CB38EEF6CA}" srcOrd="0" destOrd="0" presId="urn:microsoft.com/office/officeart/2005/8/layout/vList2"/>
    <dgm:cxn modelId="{1CC3CB39-E2D3-4C1B-866D-1F8D69665648}" srcId="{C7724AD0-29E2-4229-81CA-66391AE24932}" destId="{FC848AC9-A972-4B15-83CA-4883BE053536}" srcOrd="0" destOrd="0" parTransId="{58116E6C-F825-4690-BD1E-FB9249A8496A}" sibTransId="{20B11B6E-56B6-4054-B025-C5AB573D2F8A}"/>
    <dgm:cxn modelId="{AA32A43F-8A49-4D9A-8CF5-13330A9DBCD3}" type="presOf" srcId="{C7724AD0-29E2-4229-81CA-66391AE24932}" destId="{C082C187-2683-4B46-9DBB-3C8AE1063203}" srcOrd="0" destOrd="0" presId="urn:microsoft.com/office/officeart/2005/8/layout/vList2"/>
    <dgm:cxn modelId="{C0104843-A882-49AE-935F-47BE89F07B24}" type="presOf" srcId="{FCF56455-7F69-4E1A-B89E-116EF97FEB8B}" destId="{52ADE8B2-7B03-4004-A2ED-10C909795792}" srcOrd="0" destOrd="0" presId="urn:microsoft.com/office/officeart/2005/8/layout/vList2"/>
    <dgm:cxn modelId="{C1BDCA68-BD6B-4487-AF51-435ED05667F4}" type="presOf" srcId="{97E828E7-B5B7-4052-9AA5-658DDE4C28A1}" destId="{C14BCFCE-5C13-4062-849B-43980B5A963D}" srcOrd="0" destOrd="3" presId="urn:microsoft.com/office/officeart/2005/8/layout/vList2"/>
    <dgm:cxn modelId="{8A8E006F-5BDA-42E6-A6C3-435715D99D5D}" srcId="{FAFA47F8-2D63-4FB3-A577-41A6E80913CA}" destId="{58FA9101-F5ED-4CC2-90CD-150A37B35193}" srcOrd="0" destOrd="0" parTransId="{784A4442-B033-46CF-BDA4-CA61E92C513C}" sibTransId="{341DB33C-CAF1-4280-A028-93B3B10B9140}"/>
    <dgm:cxn modelId="{9F554555-CF7C-4E74-B140-C8C04A7738DB}" type="presOf" srcId="{4CC263D7-7C2C-4F93-B0DF-B53144C81C88}" destId="{C14BCFCE-5C13-4062-849B-43980B5A963D}" srcOrd="0" destOrd="1" presId="urn:microsoft.com/office/officeart/2005/8/layout/vList2"/>
    <dgm:cxn modelId="{7B2AEC84-C01C-4C6F-AC9B-9D4C4E014194}" type="presOf" srcId="{8B90678D-E6B5-425A-AD05-CEBC7206ACE3}" destId="{1D59018A-DCF1-4772-AFA2-77CB38EEF6CA}" srcOrd="0" destOrd="1" presId="urn:microsoft.com/office/officeart/2005/8/layout/vList2"/>
    <dgm:cxn modelId="{EA61C985-E73F-4DC9-9E5F-9FC0C04005AB}" srcId="{C7724AD0-29E2-4229-81CA-66391AE24932}" destId="{97E828E7-B5B7-4052-9AA5-658DDE4C28A1}" srcOrd="3" destOrd="0" parTransId="{F11647A1-EE30-4F39-8B56-DEB658F468F9}" sibTransId="{3BB53E0C-0993-4D1A-943F-18D5AC38C8D8}"/>
    <dgm:cxn modelId="{4B42CE85-A8DD-409F-8E6F-6C2063A7841C}" srcId="{C7724AD0-29E2-4229-81CA-66391AE24932}" destId="{6FB72F34-4DDD-48AF-AB79-379A3B85FFB8}" srcOrd="2" destOrd="0" parTransId="{DA4B89BF-EE32-4B2D-A838-96CB7E3CF38F}" sibTransId="{71CC52BF-AA04-44E6-AE3C-F393D842901B}"/>
    <dgm:cxn modelId="{E281F788-4CD7-41A5-A793-A0AC04CE93C5}" srcId="{FCF56455-7F69-4E1A-B89E-116EF97FEB8B}" destId="{C7724AD0-29E2-4229-81CA-66391AE24932}" srcOrd="0" destOrd="0" parTransId="{ECCC172A-B460-408D-9C50-198D884309CB}" sibTransId="{9D168FFC-A602-47C2-ABDE-18894BC85FE4}"/>
    <dgm:cxn modelId="{932EC7A0-CA7A-4D9A-9C32-43D497006BE2}" type="presOf" srcId="{6FB72F34-4DDD-48AF-AB79-379A3B85FFB8}" destId="{C14BCFCE-5C13-4062-849B-43980B5A963D}" srcOrd="0" destOrd="2" presId="urn:microsoft.com/office/officeart/2005/8/layout/vList2"/>
    <dgm:cxn modelId="{604C5FAC-6B3C-4E77-8F21-004939856FCE}" srcId="{C7724AD0-29E2-4229-81CA-66391AE24932}" destId="{4CC263D7-7C2C-4F93-B0DF-B53144C81C88}" srcOrd="1" destOrd="0" parTransId="{405E5E41-977D-457F-B0D8-AC95ACFB5C43}" sibTransId="{6D1E3D0D-8ABB-46C4-B064-0B2C861A5EF2}"/>
    <dgm:cxn modelId="{AC3A50B6-E12D-4CA8-B3A1-843ACFCE6777}" type="presOf" srcId="{FC848AC9-A972-4B15-83CA-4883BE053536}" destId="{C14BCFCE-5C13-4062-849B-43980B5A963D}" srcOrd="0" destOrd="0" presId="urn:microsoft.com/office/officeart/2005/8/layout/vList2"/>
    <dgm:cxn modelId="{D01D2DC3-7024-4A11-9756-001A46FD6C73}" srcId="{FAFA47F8-2D63-4FB3-A577-41A6E80913CA}" destId="{8B90678D-E6B5-425A-AD05-CEBC7206ACE3}" srcOrd="1" destOrd="0" parTransId="{81EF410F-C009-4BC9-88F2-29A937BA4A7D}" sibTransId="{D5C0DB40-43D7-4C68-8AE6-3789A4BA55FF}"/>
    <dgm:cxn modelId="{33AE71B3-F707-4F90-863A-F85FEF3EB29E}" type="presParOf" srcId="{52ADE8B2-7B03-4004-A2ED-10C909795792}" destId="{C082C187-2683-4B46-9DBB-3C8AE1063203}" srcOrd="0" destOrd="0" presId="urn:microsoft.com/office/officeart/2005/8/layout/vList2"/>
    <dgm:cxn modelId="{C49DBF56-4CFB-45EB-B27A-84BDD2263B6E}" type="presParOf" srcId="{52ADE8B2-7B03-4004-A2ED-10C909795792}" destId="{C14BCFCE-5C13-4062-849B-43980B5A963D}" srcOrd="1" destOrd="0" presId="urn:microsoft.com/office/officeart/2005/8/layout/vList2"/>
    <dgm:cxn modelId="{DD87ADF4-6D29-4E11-A5AA-E985EE83BBD5}" type="presParOf" srcId="{52ADE8B2-7B03-4004-A2ED-10C909795792}" destId="{5D04C385-7E02-48D2-9F1D-1D881162A961}" srcOrd="2" destOrd="0" presId="urn:microsoft.com/office/officeart/2005/8/layout/vList2"/>
    <dgm:cxn modelId="{C3A88E03-51EB-4DC0-9ACB-F10C43BEDE6F}" type="presParOf" srcId="{52ADE8B2-7B03-4004-A2ED-10C909795792}" destId="{1D59018A-DCF1-4772-AFA2-77CB38EEF6C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7AA72-1EFF-474A-9ABA-39CA93609762}">
      <dsp:nvSpPr>
        <dsp:cNvPr id="0" name=""/>
        <dsp:cNvSpPr/>
      </dsp:nvSpPr>
      <dsp:spPr>
        <a:xfrm>
          <a:off x="0" y="0"/>
          <a:ext cx="11826104" cy="12355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b="1" kern="1200"/>
            <a:t>Profits and Investments </a:t>
          </a:r>
          <a:r>
            <a:rPr lang="en-AU" sz="4800" b="1" kern="1200"/>
            <a:t>🤑</a:t>
          </a:r>
          <a:endParaRPr lang="en-US" sz="4800" kern="1200"/>
        </a:p>
      </dsp:txBody>
      <dsp:txXfrm>
        <a:off x="60313" y="60313"/>
        <a:ext cx="11705478" cy="1114893"/>
      </dsp:txXfrm>
    </dsp:sp>
    <dsp:sp modelId="{4914A803-7220-43EF-ACF2-129BA0011CDF}">
      <dsp:nvSpPr>
        <dsp:cNvPr id="0" name=""/>
        <dsp:cNvSpPr/>
      </dsp:nvSpPr>
      <dsp:spPr>
        <a:xfrm>
          <a:off x="0" y="1333367"/>
          <a:ext cx="11826104" cy="283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479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b="1" kern="1200"/>
            <a:t>Advertising</a:t>
          </a:r>
          <a:endParaRPr lang="en-US" sz="3700" b="1" kern="120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b="1" kern="1200"/>
            <a:t>Commissions</a:t>
          </a:r>
          <a:r>
            <a:rPr lang="en-GB" sz="3700" kern="1200"/>
            <a:t> based on partnerships with medical practitioners</a:t>
          </a:r>
          <a:endParaRPr lang="en-US" sz="3700" kern="120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kern="1200"/>
            <a:t>Government </a:t>
          </a:r>
          <a:r>
            <a:rPr lang="en-GB" sz="3700" b="1" kern="1200"/>
            <a:t>grants</a:t>
          </a:r>
          <a:br>
            <a:rPr lang="en-GB" sz="3700" kern="1200"/>
          </a:br>
          <a:endParaRPr lang="en-US" sz="3700" kern="1200"/>
        </a:p>
      </dsp:txBody>
      <dsp:txXfrm>
        <a:off x="0" y="1333367"/>
        <a:ext cx="11826104" cy="2831760"/>
      </dsp:txXfrm>
    </dsp:sp>
    <dsp:sp modelId="{8F4105BF-C050-4E98-B76B-DF34F3F2ECE6}">
      <dsp:nvSpPr>
        <dsp:cNvPr id="0" name=""/>
        <dsp:cNvSpPr/>
      </dsp:nvSpPr>
      <dsp:spPr>
        <a:xfrm>
          <a:off x="0" y="3872965"/>
          <a:ext cx="11826104" cy="1235519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b="1" kern="1200"/>
            <a:t>Future Markets </a:t>
          </a:r>
          <a:r>
            <a:rPr lang="en-AU" sz="4800" b="1" kern="1200"/>
            <a:t>🌏</a:t>
          </a:r>
          <a:endParaRPr lang="en-US" sz="4800" kern="1200"/>
        </a:p>
      </dsp:txBody>
      <dsp:txXfrm>
        <a:off x="60313" y="3933278"/>
        <a:ext cx="11705478" cy="1114893"/>
      </dsp:txXfrm>
    </dsp:sp>
    <dsp:sp modelId="{A7517E8E-D0CB-4A86-95B3-8641244D61F8}">
      <dsp:nvSpPr>
        <dsp:cNvPr id="0" name=""/>
        <dsp:cNvSpPr/>
      </dsp:nvSpPr>
      <dsp:spPr>
        <a:xfrm>
          <a:off x="0" y="5400648"/>
          <a:ext cx="11826104" cy="377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479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kern="1200"/>
            <a:t>Expanding into the </a:t>
          </a:r>
          <a:r>
            <a:rPr lang="en-GB" sz="3700" b="1" kern="1200"/>
            <a:t>wider health community </a:t>
          </a:r>
          <a:r>
            <a:rPr lang="en-GB" sz="3700" kern="1200"/>
            <a:t>where it can be used in hospitals by </a:t>
          </a:r>
          <a:r>
            <a:rPr lang="en-GB" sz="3700" b="1" kern="1200"/>
            <a:t>doctors and nurses</a:t>
          </a:r>
          <a:endParaRPr lang="en-US" sz="3700" b="1" kern="120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kern="1200"/>
            <a:t>Expanding to </a:t>
          </a:r>
          <a:r>
            <a:rPr lang="en-GB" sz="3700" b="1" kern="1200"/>
            <a:t>foreign markets</a:t>
          </a:r>
          <a:r>
            <a:rPr lang="en-GB" sz="3700" kern="1200"/>
            <a:t>, with higher COVID cases, ex - India</a:t>
          </a:r>
          <a:endParaRPr lang="en-US" sz="3700" kern="120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kern="1200"/>
            <a:t>Converting our website into </a:t>
          </a:r>
          <a:r>
            <a:rPr lang="en-GB" sz="3700" b="1" kern="1200"/>
            <a:t>packaged software </a:t>
          </a:r>
          <a:r>
            <a:rPr lang="en-GB" sz="3700" kern="1200"/>
            <a:t>suitable in the medical field where hospitals may be able to use them</a:t>
          </a:r>
          <a:endParaRPr lang="en-US" sz="3700" kern="1200"/>
        </a:p>
      </dsp:txBody>
      <dsp:txXfrm>
        <a:off x="0" y="5400648"/>
        <a:ext cx="11826104" cy="37756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2C187-2683-4B46-9DBB-3C8AE1063203}">
      <dsp:nvSpPr>
        <dsp:cNvPr id="0" name=""/>
        <dsp:cNvSpPr/>
      </dsp:nvSpPr>
      <dsp:spPr>
        <a:xfrm>
          <a:off x="0" y="0"/>
          <a:ext cx="11826104" cy="13127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100" b="1" kern="1200"/>
            <a:t>Research input </a:t>
          </a:r>
          <a:r>
            <a:rPr lang="en-AU" sz="5100" b="1" kern="1200"/>
            <a:t>🔬</a:t>
          </a:r>
          <a:endParaRPr lang="en-US" sz="5100" kern="1200"/>
        </a:p>
      </dsp:txBody>
      <dsp:txXfrm>
        <a:off x="64083" y="64083"/>
        <a:ext cx="11697938" cy="1184573"/>
      </dsp:txXfrm>
    </dsp:sp>
    <dsp:sp modelId="{C14BCFCE-5C13-4062-849B-43980B5A963D}">
      <dsp:nvSpPr>
        <dsp:cNvPr id="0" name=""/>
        <dsp:cNvSpPr/>
      </dsp:nvSpPr>
      <dsp:spPr>
        <a:xfrm>
          <a:off x="0" y="1338025"/>
          <a:ext cx="11826104" cy="4222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479" tIns="64770" rIns="362712" bIns="6477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4000" kern="1200"/>
            <a:t>Obtaining research from the </a:t>
          </a:r>
          <a:r>
            <a:rPr lang="en-GB" sz="4000" b="1" kern="1200"/>
            <a:t>medical field </a:t>
          </a:r>
          <a:r>
            <a:rPr lang="en-GB" sz="4000" kern="1200"/>
            <a:t>and implementing it into our application</a:t>
          </a:r>
          <a:endParaRPr lang="en-US" sz="4000" kern="120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4000" kern="1200"/>
            <a:t>Implementing more sophisticated and reliable </a:t>
          </a:r>
          <a:r>
            <a:rPr lang="en-GB" sz="4000" b="1" kern="1200"/>
            <a:t>algorithms</a:t>
          </a:r>
          <a:r>
            <a:rPr lang="en-GB" sz="4000" kern="1200"/>
            <a:t> within our application</a:t>
          </a:r>
          <a:endParaRPr lang="en-US" sz="4000" kern="120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4000" kern="1200"/>
            <a:t>Gaining </a:t>
          </a:r>
          <a:r>
            <a:rPr lang="en-GB" sz="4000" b="1" kern="1200"/>
            <a:t>approval</a:t>
          </a:r>
          <a:r>
            <a:rPr lang="en-GB" sz="4000" kern="1200"/>
            <a:t> from the medical field of the correctness and suitability of our application</a:t>
          </a:r>
          <a:endParaRPr lang="en-US" sz="4000" kern="120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4000" kern="1200"/>
        </a:p>
      </dsp:txBody>
      <dsp:txXfrm>
        <a:off x="0" y="1338025"/>
        <a:ext cx="11826104" cy="4222799"/>
      </dsp:txXfrm>
    </dsp:sp>
    <dsp:sp modelId="{5D04C385-7E02-48D2-9F1D-1D881162A961}">
      <dsp:nvSpPr>
        <dsp:cNvPr id="0" name=""/>
        <dsp:cNvSpPr/>
      </dsp:nvSpPr>
      <dsp:spPr>
        <a:xfrm>
          <a:off x="0" y="5251439"/>
          <a:ext cx="11826104" cy="1312739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100" b="1" kern="1200"/>
            <a:t>More features! </a:t>
          </a:r>
          <a:r>
            <a:rPr lang="en-AU" sz="5100" b="1" kern="1200"/>
            <a:t>🌈</a:t>
          </a:r>
          <a:r>
            <a:rPr lang="en-GB" sz="5100" b="1" kern="1200"/>
            <a:t> </a:t>
          </a:r>
          <a:endParaRPr lang="en-US" sz="5100" kern="1200"/>
        </a:p>
      </dsp:txBody>
      <dsp:txXfrm>
        <a:off x="64083" y="5315522"/>
        <a:ext cx="11697938" cy="1184573"/>
      </dsp:txXfrm>
    </dsp:sp>
    <dsp:sp modelId="{1D59018A-DCF1-4772-AFA2-77CB38EEF6CA}">
      <dsp:nvSpPr>
        <dsp:cNvPr id="0" name=""/>
        <dsp:cNvSpPr/>
      </dsp:nvSpPr>
      <dsp:spPr>
        <a:xfrm>
          <a:off x="0" y="6873565"/>
          <a:ext cx="11826104" cy="2375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479" tIns="64770" rIns="362712" bIns="6477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4000" kern="1200"/>
            <a:t>A more </a:t>
          </a:r>
          <a:r>
            <a:rPr lang="en-GB" sz="4000" b="1" kern="1200"/>
            <a:t>refined and reliable </a:t>
          </a:r>
          <a:r>
            <a:rPr lang="en-GB" sz="4000" kern="1200"/>
            <a:t>machine learning chatbot </a:t>
          </a:r>
          <a:endParaRPr lang="en-US" sz="4000" kern="120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4000" kern="1200"/>
            <a:t>A more </a:t>
          </a:r>
          <a:r>
            <a:rPr lang="en-GB" sz="4000" b="1" kern="1200"/>
            <a:t>generalised location feature</a:t>
          </a:r>
          <a:r>
            <a:rPr lang="en-GB" sz="4000" kern="1200"/>
            <a:t> which covers other contagious diseases such as influenza</a:t>
          </a:r>
          <a:endParaRPr lang="en-US" sz="4000" kern="1200"/>
        </a:p>
      </dsp:txBody>
      <dsp:txXfrm>
        <a:off x="0" y="6873565"/>
        <a:ext cx="11826104" cy="237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Shape 119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Shape 1200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7236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A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420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A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3615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A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9437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A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9543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A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3359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A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1661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9B47D-A1E0-B147-9BE1-6096A8EAB0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27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244" y="1604597"/>
            <a:ext cx="17273022" cy="5082862"/>
          </a:xfrm>
        </p:spPr>
        <p:txBody>
          <a:bodyPr bIns="0" anchor="b">
            <a:normAutofit/>
          </a:bodyPr>
          <a:lstStyle>
            <a:lvl1pPr algn="l">
              <a:defRPr sz="1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35245" y="7062409"/>
            <a:ext cx="17273020" cy="1955242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3600" b="0" cap="all" baseline="0">
                <a:solidFill>
                  <a:schemeClr val="tx1"/>
                </a:solidFill>
              </a:defRPr>
            </a:lvl1pPr>
            <a:lvl2pPr marL="914354" indent="0" algn="ctr">
              <a:buNone/>
              <a:defRPr sz="36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32686" y="658615"/>
            <a:ext cx="9947183" cy="618402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75142" y="1597946"/>
            <a:ext cx="1621932" cy="1007156"/>
          </a:xfrm>
        </p:spPr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4835245" y="7057084"/>
            <a:ext cx="17273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113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  <p:cxnSp>
        <p:nvCxnSpPr>
          <p:cNvPr id="33" name="Straight Connector 32"/>
          <p:cNvCxnSpPr/>
          <p:nvPr/>
        </p:nvCxnSpPr>
        <p:spPr>
          <a:xfrm>
            <a:off x="2907603" y="3694176"/>
            <a:ext cx="1921379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6138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289" y="3512260"/>
            <a:ext cx="17285183" cy="37759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8289" y="7612391"/>
            <a:ext cx="17259769" cy="2025858"/>
          </a:xfrm>
        </p:spPr>
        <p:txBody>
          <a:bodyPr tIns="91440">
            <a:normAutofit/>
          </a:bodyPr>
          <a:lstStyle>
            <a:lvl1pPr marL="0" indent="0" algn="l">
              <a:buNone/>
              <a:defRPr sz="3600">
                <a:solidFill>
                  <a:schemeClr val="tx1"/>
                </a:solidFill>
              </a:defRPr>
            </a:lvl1pPr>
            <a:lvl2pPr marL="914354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8289" y="7609970"/>
            <a:ext cx="1725976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0456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8246" y="1609779"/>
            <a:ext cx="19210020" cy="21186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94474" y="4021757"/>
            <a:ext cx="9289699" cy="6897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26707" y="4034686"/>
            <a:ext cx="9289699" cy="6883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  <p:cxnSp>
        <p:nvCxnSpPr>
          <p:cNvPr id="35" name="Straight Connector 34"/>
          <p:cNvCxnSpPr/>
          <p:nvPr/>
        </p:nvCxnSpPr>
        <p:spPr>
          <a:xfrm>
            <a:off x="2907603" y="3694176"/>
            <a:ext cx="1921379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321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4195" y="1608327"/>
            <a:ext cx="19214071" cy="2112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4194" y="4039099"/>
            <a:ext cx="9289699" cy="160388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4194" y="5648539"/>
            <a:ext cx="9289699" cy="5288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23889" y="4046007"/>
            <a:ext cx="9289699" cy="160447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23889" y="5642983"/>
            <a:ext cx="9289699" cy="5274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  <p:cxnSp>
        <p:nvCxnSpPr>
          <p:cNvPr id="29" name="Straight Connector 28"/>
          <p:cNvCxnSpPr/>
          <p:nvPr/>
        </p:nvCxnSpPr>
        <p:spPr>
          <a:xfrm>
            <a:off x="2907603" y="3694176"/>
            <a:ext cx="1921379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1180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  <p:cxnSp>
        <p:nvCxnSpPr>
          <p:cNvPr id="25" name="Straight Connector 24"/>
          <p:cNvCxnSpPr/>
          <p:nvPr/>
        </p:nvCxnSpPr>
        <p:spPr>
          <a:xfrm>
            <a:off x="2907603" y="3694176"/>
            <a:ext cx="1921379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38250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</p:spTree>
    <p:extLst>
      <p:ext uri="{BB962C8B-B14F-4D97-AF65-F5344CB8AC3E}">
        <p14:creationId xmlns:p14="http://schemas.microsoft.com/office/powerpoint/2010/main" val="42012049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9155" y="1597947"/>
            <a:ext cx="6545772" cy="4494234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6772" y="1597948"/>
            <a:ext cx="12024157" cy="931765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89155" y="6410983"/>
            <a:ext cx="6549600" cy="4496362"/>
          </a:xfrm>
        </p:spPr>
        <p:txBody>
          <a:bodyPr/>
          <a:lstStyle>
            <a:lvl1pPr marL="0" indent="0" algn="l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  <p:cxnSp>
        <p:nvCxnSpPr>
          <p:cNvPr id="17" name="Straight Connector 16"/>
          <p:cNvCxnSpPr/>
          <p:nvPr/>
        </p:nvCxnSpPr>
        <p:spPr>
          <a:xfrm>
            <a:off x="2896372" y="6410982"/>
            <a:ext cx="653855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5672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4953802" y="964341"/>
            <a:ext cx="8148536" cy="10298202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2223" y="2259026"/>
            <a:ext cx="11063936" cy="36611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247721" y="2245085"/>
            <a:ext cx="5581979" cy="7732654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6400"/>
            </a:lvl1pPr>
            <a:lvl2pPr marL="914354" indent="0">
              <a:buNone/>
              <a:defRPr sz="5600"/>
            </a:lvl2pPr>
            <a:lvl3pPr marL="1828709" indent="0">
              <a:buNone/>
              <a:defRPr sz="4800"/>
            </a:lvl3pPr>
            <a:lvl4pPr marL="2743063" indent="0">
              <a:buNone/>
              <a:defRPr sz="4000"/>
            </a:lvl4pPr>
            <a:lvl5pPr marL="3657417" indent="0">
              <a:buNone/>
              <a:defRPr sz="4000"/>
            </a:lvl5pPr>
            <a:lvl6pPr marL="4571771" indent="0">
              <a:buNone/>
              <a:defRPr sz="4000"/>
            </a:lvl6pPr>
            <a:lvl7pPr marL="5486126" indent="0">
              <a:buNone/>
              <a:defRPr sz="4000"/>
            </a:lvl7pPr>
            <a:lvl8pPr marL="6400480" indent="0">
              <a:buNone/>
              <a:defRPr sz="4000"/>
            </a:lvl8pPr>
            <a:lvl9pPr marL="7314834" indent="0">
              <a:buNone/>
              <a:defRPr sz="4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00469" y="6291984"/>
            <a:ext cx="11048089" cy="4007484"/>
          </a:xfrm>
        </p:spPr>
        <p:txBody>
          <a:bodyPr>
            <a:normAutofit/>
          </a:bodyPr>
          <a:lstStyle>
            <a:lvl1pPr marL="0" indent="0" algn="l">
              <a:buNone/>
              <a:defRPr sz="36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894576" y="10939713"/>
            <a:ext cx="11053983" cy="640246"/>
          </a:xfrm>
        </p:spPr>
        <p:txBody>
          <a:bodyPr/>
          <a:lstStyle>
            <a:lvl1pPr algn="l">
              <a:defRPr/>
            </a:lvl1pPr>
          </a:lstStyle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4575" y="637281"/>
            <a:ext cx="11081287" cy="641862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  <p:cxnSp>
        <p:nvCxnSpPr>
          <p:cNvPr id="31" name="Straight Connector 30"/>
          <p:cNvCxnSpPr/>
          <p:nvPr/>
        </p:nvCxnSpPr>
        <p:spPr>
          <a:xfrm>
            <a:off x="2894576" y="6287210"/>
            <a:ext cx="110539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2268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  <p:cxnSp>
        <p:nvCxnSpPr>
          <p:cNvPr id="26" name="Straight Connector 25"/>
          <p:cNvCxnSpPr/>
          <p:nvPr/>
        </p:nvCxnSpPr>
        <p:spPr>
          <a:xfrm>
            <a:off x="2907603" y="3694176"/>
            <a:ext cx="1921379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8358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876993" y="1597947"/>
            <a:ext cx="3231274" cy="9319778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89156" y="1597947"/>
            <a:ext cx="15656641" cy="9319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876993" y="1597947"/>
            <a:ext cx="0" cy="9319778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3312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Title Slide" type="tx">
  <p:cSld name="5_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1375567" y="1284793"/>
            <a:ext cx="15632335" cy="493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7649297" y="6222896"/>
            <a:ext cx="6897911" cy="583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8" name="Shape 438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1477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text 2 column and image">
  <p:cSld name="Title, text 2 column and image">
    <p:bg>
      <p:bgPr>
        <a:solidFill>
          <a:srgbClr val="FEFEFE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463"/>
          <p:cNvSpPr txBox="1">
            <a:spLocks noGrp="1"/>
          </p:cNvSpPr>
          <p:nvPr>
            <p:ph type="title"/>
          </p:nvPr>
        </p:nvSpPr>
        <p:spPr>
          <a:xfrm>
            <a:off x="1345915" y="2411884"/>
            <a:ext cx="10452535" cy="243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4" name="Shape 464"/>
          <p:cNvSpPr txBox="1">
            <a:spLocks noGrp="1"/>
          </p:cNvSpPr>
          <p:nvPr>
            <p:ph type="body" idx="1"/>
          </p:nvPr>
        </p:nvSpPr>
        <p:spPr>
          <a:xfrm>
            <a:off x="1345915" y="4849905"/>
            <a:ext cx="14735604" cy="8866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–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AutoNum type="arabicPeriod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6" name="Shape 466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6092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 userDrawn="1"/>
        </p:nvGrpSpPr>
        <p:grpSpPr>
          <a:xfrm>
            <a:off x="0" y="0"/>
            <a:ext cx="24382413" cy="13757703"/>
            <a:chOff x="774700" y="444500"/>
            <a:chExt cx="22831425" cy="12882563"/>
          </a:xfrm>
        </p:grpSpPr>
        <p:sp>
          <p:nvSpPr>
            <p:cNvPr id="59" name="AutoShape 1"/>
            <p:cNvSpPr>
              <a:spLocks/>
            </p:cNvSpPr>
            <p:nvPr userDrawn="1"/>
          </p:nvSpPr>
          <p:spPr bwMode="auto">
            <a:xfrm>
              <a:off x="774700" y="2552700"/>
              <a:ext cx="2508250" cy="74676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18668"/>
                  </a:lnTo>
                  <a:lnTo>
                    <a:pt x="14067" y="7698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0" name="AutoShape 2"/>
            <p:cNvSpPr>
              <a:spLocks/>
            </p:cNvSpPr>
            <p:nvPr userDrawn="1"/>
          </p:nvSpPr>
          <p:spPr bwMode="auto">
            <a:xfrm>
              <a:off x="1930400" y="2171700"/>
              <a:ext cx="8280400" cy="861218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659" y="16746"/>
                  </a:moveTo>
                  <a:lnTo>
                    <a:pt x="9755" y="21600"/>
                  </a:lnTo>
                  <a:lnTo>
                    <a:pt x="21600" y="15739"/>
                  </a:lnTo>
                  <a:lnTo>
                    <a:pt x="17941" y="4854"/>
                  </a:lnTo>
                  <a:lnTo>
                    <a:pt x="11845" y="0"/>
                  </a:lnTo>
                  <a:lnTo>
                    <a:pt x="0" y="5861"/>
                  </a:lnTo>
                  <a:cubicBezTo>
                    <a:pt x="0" y="5861"/>
                    <a:pt x="3659" y="16746"/>
                    <a:pt x="3659" y="16746"/>
                  </a:cubicBezTo>
                  <a:close/>
                  <a:moveTo>
                    <a:pt x="3659" y="16746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1" name="AutoShape 3"/>
            <p:cNvSpPr>
              <a:spLocks/>
            </p:cNvSpPr>
            <p:nvPr userDrawn="1"/>
          </p:nvSpPr>
          <p:spPr bwMode="auto">
            <a:xfrm>
              <a:off x="774700" y="9563100"/>
              <a:ext cx="2284413" cy="37623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13210" y="6221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2" name="AutoShape 4"/>
            <p:cNvSpPr>
              <a:spLocks/>
            </p:cNvSpPr>
            <p:nvPr userDrawn="1"/>
          </p:nvSpPr>
          <p:spPr bwMode="auto">
            <a:xfrm>
              <a:off x="15214600" y="2247900"/>
              <a:ext cx="8374063" cy="84613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8449"/>
                  </a:moveTo>
                  <a:lnTo>
                    <a:pt x="5636" y="16022"/>
                  </a:lnTo>
                  <a:lnTo>
                    <a:pt x="12209" y="21600"/>
                  </a:lnTo>
                  <a:lnTo>
                    <a:pt x="21600" y="13151"/>
                  </a:lnTo>
                  <a:lnTo>
                    <a:pt x="15964" y="5578"/>
                  </a:lnTo>
                  <a:lnTo>
                    <a:pt x="9391" y="0"/>
                  </a:lnTo>
                  <a:cubicBezTo>
                    <a:pt x="9391" y="0"/>
                    <a:pt x="0" y="8449"/>
                    <a:pt x="0" y="8449"/>
                  </a:cubicBezTo>
                  <a:close/>
                  <a:moveTo>
                    <a:pt x="0" y="8449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" name="AutoShape 5"/>
            <p:cNvSpPr>
              <a:spLocks/>
            </p:cNvSpPr>
            <p:nvPr userDrawn="1"/>
          </p:nvSpPr>
          <p:spPr bwMode="auto">
            <a:xfrm>
              <a:off x="2882900" y="8775700"/>
              <a:ext cx="6864350" cy="45497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665" y="16683"/>
                  </a:moveTo>
                  <a:lnTo>
                    <a:pt x="0" y="21600"/>
                  </a:lnTo>
                  <a:lnTo>
                    <a:pt x="19825" y="21600"/>
                  </a:lnTo>
                  <a:lnTo>
                    <a:pt x="21600" y="8467"/>
                  </a:lnTo>
                  <a:lnTo>
                    <a:pt x="6277" y="0"/>
                  </a:lnTo>
                  <a:cubicBezTo>
                    <a:pt x="6277" y="0"/>
                    <a:pt x="665" y="16683"/>
                    <a:pt x="665" y="16683"/>
                  </a:cubicBezTo>
                  <a:close/>
                  <a:moveTo>
                    <a:pt x="665" y="16683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" name="AutoShape 6"/>
            <p:cNvSpPr>
              <a:spLocks/>
            </p:cNvSpPr>
            <p:nvPr userDrawn="1"/>
          </p:nvSpPr>
          <p:spPr bwMode="auto">
            <a:xfrm>
              <a:off x="774700" y="444500"/>
              <a:ext cx="1931988" cy="220662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14245" y="20250"/>
                  </a:lnTo>
                  <a:lnTo>
                    <a:pt x="21600" y="13862"/>
                  </a:lnTo>
                  <a:lnTo>
                    <a:pt x="19649" y="0"/>
                  </a:lnTo>
                  <a:cubicBezTo>
                    <a:pt x="19649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" name="AutoShape 7"/>
            <p:cNvSpPr>
              <a:spLocks/>
            </p:cNvSpPr>
            <p:nvPr userDrawn="1"/>
          </p:nvSpPr>
          <p:spPr bwMode="auto">
            <a:xfrm>
              <a:off x="22733000" y="444500"/>
              <a:ext cx="869950" cy="206216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4537" y="0"/>
                  </a:moveTo>
                  <a:lnTo>
                    <a:pt x="0" y="13841"/>
                  </a:lnTo>
                  <a:lnTo>
                    <a:pt x="18139" y="21425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4537" y="0"/>
                    <a:pt x="4537" y="0"/>
                  </a:cubicBezTo>
                  <a:close/>
                  <a:moveTo>
                    <a:pt x="4537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" name="AutoShape 8"/>
            <p:cNvSpPr>
              <a:spLocks/>
            </p:cNvSpPr>
            <p:nvPr userDrawn="1"/>
          </p:nvSpPr>
          <p:spPr bwMode="auto">
            <a:xfrm>
              <a:off x="20929600" y="3848100"/>
              <a:ext cx="2671763" cy="66659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5984"/>
                  </a:move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5984"/>
                    <a:pt x="0" y="5984"/>
                  </a:cubicBezTo>
                  <a:close/>
                  <a:moveTo>
                    <a:pt x="0" y="5984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7" name="AutoShape 9"/>
            <p:cNvSpPr>
              <a:spLocks/>
            </p:cNvSpPr>
            <p:nvPr userDrawn="1"/>
          </p:nvSpPr>
          <p:spPr bwMode="auto">
            <a:xfrm>
              <a:off x="8458200" y="2501900"/>
              <a:ext cx="8559800" cy="796766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5240" y="18416"/>
                  </a:moveTo>
                  <a:lnTo>
                    <a:pt x="16767" y="21600"/>
                  </a:lnTo>
                  <a:lnTo>
                    <a:pt x="21600" y="8376"/>
                  </a:lnTo>
                  <a:lnTo>
                    <a:pt x="16360" y="3184"/>
                  </a:lnTo>
                  <a:lnTo>
                    <a:pt x="4833" y="0"/>
                  </a:lnTo>
                  <a:lnTo>
                    <a:pt x="0" y="13224"/>
                  </a:lnTo>
                  <a:cubicBezTo>
                    <a:pt x="0" y="13224"/>
                    <a:pt x="5240" y="18416"/>
                    <a:pt x="5240" y="18416"/>
                  </a:cubicBezTo>
                  <a:close/>
                  <a:moveTo>
                    <a:pt x="5240" y="18416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8" name="AutoShape 10"/>
            <p:cNvSpPr>
              <a:spLocks/>
            </p:cNvSpPr>
            <p:nvPr userDrawn="1"/>
          </p:nvSpPr>
          <p:spPr bwMode="auto">
            <a:xfrm>
              <a:off x="16205200" y="444500"/>
              <a:ext cx="7400925" cy="37338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2254" y="11257"/>
                  </a:lnTo>
                  <a:lnTo>
                    <a:pt x="7831" y="21600"/>
                  </a:lnTo>
                  <a:lnTo>
                    <a:pt x="21600" y="7679"/>
                  </a:lnTo>
                  <a:lnTo>
                    <a:pt x="21600" y="7260"/>
                  </a:lnTo>
                  <a:lnTo>
                    <a:pt x="20146" y="0"/>
                  </a:lnTo>
                  <a:cubicBezTo>
                    <a:pt x="20146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9" name="AutoShape 11"/>
            <p:cNvSpPr>
              <a:spLocks/>
            </p:cNvSpPr>
            <p:nvPr userDrawn="1"/>
          </p:nvSpPr>
          <p:spPr bwMode="auto">
            <a:xfrm>
              <a:off x="9690100" y="444500"/>
              <a:ext cx="6400800" cy="317182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912" y="21600"/>
                  </a:lnTo>
                  <a:lnTo>
                    <a:pt x="21600" y="18093"/>
                  </a:lnTo>
                  <a:lnTo>
                    <a:pt x="21453" y="11090"/>
                  </a:lnTo>
                  <a:lnTo>
                    <a:pt x="20985" y="0"/>
                  </a:lnTo>
                  <a:cubicBezTo>
                    <a:pt x="20985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0" name="AutoShape 12"/>
            <p:cNvSpPr>
              <a:spLocks/>
            </p:cNvSpPr>
            <p:nvPr userDrawn="1"/>
          </p:nvSpPr>
          <p:spPr bwMode="auto">
            <a:xfrm>
              <a:off x="1397000" y="444500"/>
              <a:ext cx="8455025" cy="441483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384" y="0"/>
                  </a:moveTo>
                  <a:lnTo>
                    <a:pt x="0" y="8913"/>
                  </a:lnTo>
                  <a:lnTo>
                    <a:pt x="13612" y="21600"/>
                  </a:lnTo>
                  <a:lnTo>
                    <a:pt x="20237" y="8777"/>
                  </a:lnTo>
                  <a:lnTo>
                    <a:pt x="21600" y="0"/>
                  </a:lnTo>
                  <a:cubicBezTo>
                    <a:pt x="21600" y="0"/>
                    <a:pt x="1384" y="0"/>
                    <a:pt x="1384" y="0"/>
                  </a:cubicBezTo>
                  <a:close/>
                  <a:moveTo>
                    <a:pt x="1384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1" name="AutoShape 13"/>
            <p:cNvSpPr>
              <a:spLocks/>
            </p:cNvSpPr>
            <p:nvPr userDrawn="1"/>
          </p:nvSpPr>
          <p:spPr bwMode="auto">
            <a:xfrm>
              <a:off x="7912100" y="8661400"/>
              <a:ext cx="9345613" cy="46609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5549" y="6130"/>
                  </a:moveTo>
                  <a:lnTo>
                    <a:pt x="0" y="16329"/>
                  </a:lnTo>
                  <a:lnTo>
                    <a:pt x="1064" y="21600"/>
                  </a:lnTo>
                  <a:lnTo>
                    <a:pt x="21600" y="21600"/>
                  </a:lnTo>
                  <a:lnTo>
                    <a:pt x="17240" y="0"/>
                  </a:lnTo>
                  <a:cubicBezTo>
                    <a:pt x="17240" y="0"/>
                    <a:pt x="5549" y="6130"/>
                    <a:pt x="5549" y="6130"/>
                  </a:cubicBezTo>
                  <a:close/>
                  <a:moveTo>
                    <a:pt x="5549" y="613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2" name="AutoShape 14"/>
            <p:cNvSpPr>
              <a:spLocks/>
            </p:cNvSpPr>
            <p:nvPr userDrawn="1"/>
          </p:nvSpPr>
          <p:spPr bwMode="auto">
            <a:xfrm>
              <a:off x="21831300" y="10248900"/>
              <a:ext cx="1773238" cy="307816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3" name="AutoShape 15"/>
            <p:cNvSpPr>
              <a:spLocks/>
            </p:cNvSpPr>
            <p:nvPr userDrawn="1"/>
          </p:nvSpPr>
          <p:spPr bwMode="auto">
            <a:xfrm>
              <a:off x="14681200" y="8712200"/>
              <a:ext cx="8915400" cy="46101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5165" y="6060"/>
                  </a:moveTo>
                  <a:lnTo>
                    <a:pt x="0" y="15408"/>
                  </a:lnTo>
                  <a:lnTo>
                    <a:pt x="1147" y="21600"/>
                  </a:lnTo>
                  <a:lnTo>
                    <a:pt x="21600" y="21600"/>
                  </a:lnTo>
                  <a:lnTo>
                    <a:pt x="21600" y="19275"/>
                  </a:lnTo>
                  <a:lnTo>
                    <a:pt x="18031" y="0"/>
                  </a:lnTo>
                  <a:cubicBezTo>
                    <a:pt x="18031" y="0"/>
                    <a:pt x="5165" y="6060"/>
                    <a:pt x="5165" y="6060"/>
                  </a:cubicBezTo>
                  <a:close/>
                  <a:moveTo>
                    <a:pt x="5165" y="606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32171" y="4081782"/>
            <a:ext cx="15625209" cy="4775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ts val="10400"/>
              </a:lnSpc>
              <a:tabLst>
                <a:tab pos="2746375" algn="l"/>
              </a:tabLst>
              <a:defRPr sz="10000">
                <a:solidFill>
                  <a:schemeClr val="bg1"/>
                </a:solidFill>
              </a:defRPr>
            </a:lvl1pPr>
          </a:lstStyle>
          <a:p>
            <a:r>
              <a:rPr lang="en-US"/>
              <a:t>Thank</a:t>
            </a:r>
            <a:br>
              <a:rPr lang="en-US"/>
            </a:br>
            <a:r>
              <a:rPr lang="en-US"/>
              <a:t>	you</a:t>
            </a:r>
          </a:p>
        </p:txBody>
      </p:sp>
      <p:grpSp>
        <p:nvGrpSpPr>
          <p:cNvPr id="41" name="Group 40"/>
          <p:cNvGrpSpPr/>
          <p:nvPr userDrawn="1"/>
        </p:nvGrpSpPr>
        <p:grpSpPr>
          <a:xfrm>
            <a:off x="1384313" y="11155626"/>
            <a:ext cx="1395984" cy="1395984"/>
            <a:chOff x="25626365" y="3145536"/>
            <a:chExt cx="7199313" cy="7199313"/>
          </a:xfrm>
        </p:grpSpPr>
        <p:sp>
          <p:nvSpPr>
            <p:cNvPr id="39" name="AutoShape 1"/>
            <p:cNvSpPr>
              <a:spLocks/>
            </p:cNvSpPr>
            <p:nvPr userDrawn="1"/>
          </p:nvSpPr>
          <p:spPr bwMode="auto">
            <a:xfrm>
              <a:off x="25626365" y="3145536"/>
              <a:ext cx="7199313" cy="71993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" name="AutoShape 2"/>
            <p:cNvSpPr>
              <a:spLocks/>
            </p:cNvSpPr>
            <p:nvPr userDrawn="1"/>
          </p:nvSpPr>
          <p:spPr bwMode="auto">
            <a:xfrm>
              <a:off x="26921765" y="4466336"/>
              <a:ext cx="4748213" cy="4540250"/>
            </a:xfrm>
            <a:custGeom>
              <a:avLst/>
              <a:gdLst/>
              <a:ahLst/>
              <a:cxnLst/>
              <a:rect l="0" t="0" r="r" b="b"/>
              <a:pathLst>
                <a:path w="21600" h="21458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  <a:moveTo>
                    <a:pt x="17637" y="18271"/>
                  </a:move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267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038953"/>
            <a:ext cx="24382413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3" cy="14859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02970" y="1609039"/>
            <a:ext cx="19205300" cy="2098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2970" y="4031465"/>
            <a:ext cx="19205300" cy="6901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7294" y="660741"/>
            <a:ext cx="7000974" cy="618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3ABA6-0A35-4D14-A99C-396214BF7080}" type="datetimeFigureOut">
              <a:rPr lang="en-AU" smtClean="0"/>
              <a:t>16/05/2021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2969" y="658615"/>
            <a:ext cx="11876899" cy="618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059" y="1597946"/>
            <a:ext cx="1621932" cy="100715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5600">
                <a:solidFill>
                  <a:schemeClr val="accent1"/>
                </a:solidFill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‹#›</a:t>
            </a:fld>
            <a:endParaRPr lang="en-AU" b="0" u="none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2256826"/>
            <a:ext cx="24382413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08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</p:sldLayoutIdLst>
  <p:hf sldNum="0" hdr="0" ft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6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120000"/>
        </a:lnSpc>
        <a:spcBef>
          <a:spcPts val="2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4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9UxepRxEh8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hyperlink" Target="https://www.youtube.com/watch?v=kTq2JjHzO0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24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50" name="Picture 24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35245" y="7057084"/>
            <a:ext cx="172730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56" name="Rectangle 255">
            <a:extLst>
              <a:ext uri="{FF2B5EF4-FFF2-40B4-BE49-F238E27FC236}">
                <a16:creationId xmlns:a16="http://schemas.microsoft.com/office/drawing/2014/main" id="{2FDF9410-E530-4E71-A2C0-4C24B4896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24381803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2" name="Shape 1202"/>
          <p:cNvSpPr txBox="1">
            <a:spLocks noGrp="1"/>
          </p:cNvSpPr>
          <p:nvPr>
            <p:ph type="title"/>
          </p:nvPr>
        </p:nvSpPr>
        <p:spPr>
          <a:xfrm>
            <a:off x="3505703" y="2854608"/>
            <a:ext cx="17372469" cy="6483030"/>
          </a:xfrm>
          <a:prstGeom prst="rect">
            <a:avLst/>
          </a:prstGeom>
        </p:spPr>
        <p:txBody>
          <a:bodyPr spcFirstLastPara="1" vert="horz" lIns="91440" tIns="45720" rIns="91440" bIns="0" rtlCol="0" anchor="ctr" anchorCtr="0">
            <a:normAutofit/>
          </a:bodyPr>
          <a:lstStyle/>
          <a:p>
            <a:pPr marL="0" marR="0" lvl="0" indent="0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FEFEFE"/>
              </a:buClr>
              <a:buSzPts val="10000"/>
            </a:pPr>
            <a:r>
              <a:rPr lang="en-US" sz="10700" u="none" strike="noStrike" cap="all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Studio </a:t>
            </a:r>
            <a:r>
              <a:rPr lang="en-US" sz="107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3B</a:t>
            </a:r>
            <a:br>
              <a:rPr lang="en-US" sz="10700" u="none" strike="noStrike" cap="all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</a:br>
            <a:r>
              <a:rPr lang="en-US" sz="10700" u="none" strike="noStrike" cap="all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Product Assessment </a:t>
            </a:r>
            <a:r>
              <a:rPr lang="en-AU" sz="10700" u="none" strike="noStrike" cap="all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💯</a:t>
            </a:r>
            <a:r>
              <a:rPr lang="en-US" sz="10700" u="none" strike="noStrike" cap="all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 </a:t>
            </a:r>
            <a:endParaRPr lang="en-US" sz="10700" cap="all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03" name="Shape 1203"/>
          <p:cNvSpPr txBox="1">
            <a:spLocks noGrp="1"/>
          </p:cNvSpPr>
          <p:nvPr>
            <p:ph type="body" idx="1"/>
          </p:nvPr>
        </p:nvSpPr>
        <p:spPr>
          <a:xfrm>
            <a:off x="3505703" y="10264278"/>
            <a:ext cx="17372469" cy="1262540"/>
          </a:xfrm>
          <a:prstGeom prst="rect">
            <a:avLst/>
          </a:prstGeom>
        </p:spPr>
        <p:txBody>
          <a:bodyPr spcFirstLastPara="1" vert="horz" lIns="91440" tIns="91440" rIns="91440" bIns="91440" rtlCol="0" anchorCtr="0">
            <a:normAutofit/>
          </a:bodyPr>
          <a:lstStyle/>
          <a:p>
            <a:pPr marL="0" marR="0" lvl="0" indent="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3200" i="0" u="none" strike="noStrike" cap="all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Created with </a:t>
            </a:r>
            <a:r>
              <a:rPr lang="en-AU" sz="3200" i="0" u="none" strike="noStrike" cap="all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❤</a:t>
            </a:r>
            <a:r>
              <a:rPr lang="en-US" sz="3200" i="0" u="none" strike="noStrike" cap="all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 by TEAM 3</a:t>
            </a:r>
            <a:endParaRPr lang="en-US" sz="3200" cap="all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3268B1E-8861-4702-9529-5A8FB23A6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5703" y="2189516"/>
            <a:ext cx="1737246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BC6646AE-8FD6-411E-8640-6CCB250D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5703" y="9847412"/>
            <a:ext cx="1737246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86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The Problem ❗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89A-6706-5144-BCD3-12E2CD443333}"/>
              </a:ext>
            </a:extLst>
          </p:cNvPr>
          <p:cNvSpPr txBox="1"/>
          <p:nvPr/>
        </p:nvSpPr>
        <p:spPr>
          <a:xfrm>
            <a:off x="2005476" y="3932272"/>
            <a:ext cx="21390582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685800" lvl="8" indent="-685800">
              <a:buFont typeface="Arial" panose="020B0604020202020204" pitchFamily="34" charset="0"/>
              <a:buChar char="•"/>
            </a:pPr>
            <a:r>
              <a:rPr lang="en-GB" sz="4400"/>
              <a:t>"But locals have hit out at the plans for the (testing) facility saying it </a:t>
            </a:r>
            <a:r>
              <a:rPr lang="en-GB" sz="4400" b="1"/>
              <a:t>heightens the risk of families contracting the virus</a:t>
            </a:r>
            <a:r>
              <a:rPr lang="en-GB" sz="4400"/>
              <a:t>." (Yahoo News)</a:t>
            </a:r>
            <a:endParaRPr lang="en-GB" sz="4400">
              <a:solidFill>
                <a:schemeClr val="tx1"/>
              </a:solidFill>
            </a:endParaRPr>
          </a:p>
          <a:p>
            <a:pPr marL="685800" lvl="8" indent="-685800">
              <a:buFont typeface="Arial" panose="020B0604020202020204" pitchFamily="34" charset="0"/>
              <a:buChar char="•"/>
            </a:pPr>
            <a:r>
              <a:rPr lang="en-GB" sz="4400">
                <a:solidFill>
                  <a:schemeClr val="tx1"/>
                </a:solidFill>
              </a:rPr>
              <a:t>People have a </a:t>
            </a:r>
            <a:r>
              <a:rPr lang="en-GB" sz="4400" b="1">
                <a:solidFill>
                  <a:schemeClr val="tx1"/>
                </a:solidFill>
              </a:rPr>
              <a:t>fear of visiting testing clinics </a:t>
            </a:r>
            <a:r>
              <a:rPr lang="en-GB" sz="4400">
                <a:solidFill>
                  <a:schemeClr val="tx1"/>
                </a:solidFill>
              </a:rPr>
              <a:t>as they believe it will spread Covid-19.</a:t>
            </a:r>
          </a:p>
          <a:p>
            <a:pPr marL="685800" lvl="8" indent="-685800">
              <a:buChar char="•"/>
            </a:pPr>
            <a:endParaRPr lang="en-AT" sz="4400"/>
          </a:p>
          <a:p>
            <a:endParaRPr lang="en-AT" sz="4400"/>
          </a:p>
        </p:txBody>
      </p:sp>
      <p:pic>
        <p:nvPicPr>
          <p:cNvPr id="8" name="Picture 8" descr="A picture containing text, outdoor, sign, orange&#10;&#10;Description automatically generated">
            <a:extLst>
              <a:ext uri="{FF2B5EF4-FFF2-40B4-BE49-F238E27FC236}">
                <a16:creationId xmlns:a16="http://schemas.microsoft.com/office/drawing/2014/main" id="{D49CBD6F-E03D-43CD-982F-BC0F24026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231" y="6650612"/>
            <a:ext cx="8594800" cy="5167113"/>
          </a:xfrm>
          <a:prstGeom prst="rect">
            <a:avLst/>
          </a:prstGeom>
        </p:spPr>
      </p:pic>
      <p:pic>
        <p:nvPicPr>
          <p:cNvPr id="9" name="Picture 9" descr="A picture containing person, car, outdoor, lady&#10;&#10;Description automatically generated">
            <a:extLst>
              <a:ext uri="{FF2B5EF4-FFF2-40B4-BE49-F238E27FC236}">
                <a16:creationId xmlns:a16="http://schemas.microsoft.com/office/drawing/2014/main" id="{3890E671-4563-45DB-81A6-160804832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3786" y="6650611"/>
            <a:ext cx="8586126" cy="516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76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Research and Users’ Needs 👨‍🔬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89A-6706-5144-BCD3-12E2CD443333}"/>
              </a:ext>
            </a:extLst>
          </p:cNvPr>
          <p:cNvSpPr txBox="1"/>
          <p:nvPr/>
        </p:nvSpPr>
        <p:spPr>
          <a:xfrm>
            <a:off x="1612512" y="3925689"/>
            <a:ext cx="8536624" cy="10464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/>
            <a:r>
              <a:rPr lang="en-GB" sz="4400" b="1">
                <a:solidFill>
                  <a:schemeClr val="tx1"/>
                </a:solidFill>
              </a:rPr>
              <a:t>Patients </a:t>
            </a:r>
            <a:r>
              <a:rPr lang="en-AU" sz="4000" b="1">
                <a:solidFill>
                  <a:schemeClr val="tx1"/>
                </a:solidFill>
              </a:rPr>
              <a:t>🤒</a:t>
            </a:r>
            <a:endParaRPr lang="en-GB" sz="3600" b="1">
              <a:solidFill>
                <a:schemeClr val="tx1"/>
              </a:solidFill>
            </a:endParaRPr>
          </a:p>
          <a:p>
            <a:pPr marL="685800" lvl="8" indent="-68580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tx1"/>
                </a:solidFill>
              </a:rPr>
              <a:t>Patients are today anxious that they have COVID when they suffer from common symptoms like </a:t>
            </a:r>
            <a:r>
              <a:rPr lang="en-US" sz="3600" b="1">
                <a:solidFill>
                  <a:schemeClr val="tx1"/>
                </a:solidFill>
              </a:rPr>
              <a:t>cough, cold</a:t>
            </a:r>
            <a:r>
              <a:rPr lang="en-US" sz="3600">
                <a:solidFill>
                  <a:schemeClr val="tx1"/>
                </a:solidFill>
              </a:rPr>
              <a:t>, etc. and want to </a:t>
            </a:r>
            <a:r>
              <a:rPr lang="en-US" sz="3600" b="1">
                <a:solidFill>
                  <a:schemeClr val="tx1"/>
                </a:solidFill>
              </a:rPr>
              <a:t>consult a doctor </a:t>
            </a:r>
            <a:r>
              <a:rPr lang="en-US" sz="3600">
                <a:solidFill>
                  <a:schemeClr val="tx1"/>
                </a:solidFill>
              </a:rPr>
              <a:t>to know for sure. </a:t>
            </a:r>
            <a:r>
              <a:rPr lang="en-AU" sz="3600">
                <a:solidFill>
                  <a:schemeClr val="tx1"/>
                </a:solidFill>
              </a:rPr>
              <a:t>😰</a:t>
            </a:r>
            <a:endParaRPr lang="en-US" sz="3600">
              <a:solidFill>
                <a:schemeClr val="tx1"/>
              </a:solidFill>
            </a:endParaRPr>
          </a:p>
          <a:p>
            <a:pPr marL="685800" lvl="8" indent="-68580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tx1"/>
                </a:solidFill>
              </a:rPr>
              <a:t>If they have a </a:t>
            </a:r>
            <a:r>
              <a:rPr lang="en-US" sz="3600" b="1">
                <a:solidFill>
                  <a:schemeClr val="tx1"/>
                </a:solidFill>
              </a:rPr>
              <a:t>high likelihood of COVID</a:t>
            </a:r>
            <a:r>
              <a:rPr lang="en-US" sz="3600">
                <a:solidFill>
                  <a:schemeClr val="tx1"/>
                </a:solidFill>
              </a:rPr>
              <a:t>, they also want to know the nearest general practitioners who they can consult. </a:t>
            </a:r>
            <a:r>
              <a:rPr lang="en-AU" sz="3600"/>
              <a:t>🩺</a:t>
            </a:r>
            <a:endParaRPr lang="en-US" sz="3600">
              <a:solidFill>
                <a:schemeClr val="tx1"/>
              </a:solidFill>
            </a:endParaRPr>
          </a:p>
          <a:p>
            <a:pPr marL="685800" lvl="8" indent="-685800">
              <a:buFont typeface="Arial" panose="020B0604020202020204" pitchFamily="34" charset="0"/>
              <a:buChar char="•"/>
            </a:pPr>
            <a:r>
              <a:rPr lang="en-US" sz="3600"/>
              <a:t>Difficulty in </a:t>
            </a:r>
            <a:r>
              <a:rPr lang="en-US" sz="3600">
                <a:solidFill>
                  <a:schemeClr val="tx1"/>
                </a:solidFill>
              </a:rPr>
              <a:t>managing all </a:t>
            </a:r>
            <a:r>
              <a:rPr lang="en-US" sz="3600" b="1">
                <a:solidFill>
                  <a:schemeClr val="tx1"/>
                </a:solidFill>
              </a:rPr>
              <a:t>medical appointments </a:t>
            </a:r>
            <a:r>
              <a:rPr lang="en-US" sz="3600">
                <a:solidFill>
                  <a:schemeClr val="tx1"/>
                </a:solidFill>
              </a:rPr>
              <a:t>through personal calendars. </a:t>
            </a:r>
            <a:r>
              <a:rPr lang="en-AU" sz="3600">
                <a:solidFill>
                  <a:schemeClr val="tx1"/>
                </a:solidFill>
              </a:rPr>
              <a:t>📆</a:t>
            </a:r>
            <a:endParaRPr lang="en-US" sz="3600">
              <a:solidFill>
                <a:schemeClr val="tx1"/>
              </a:solidFill>
            </a:endParaRPr>
          </a:p>
          <a:p>
            <a:pPr marL="571500" lvl="8" indent="-571500">
              <a:buFont typeface="Arial" panose="020B0604020202020204" pitchFamily="34" charset="0"/>
              <a:buChar char="•"/>
            </a:pPr>
            <a:endParaRPr lang="en-GB" sz="4000">
              <a:solidFill>
                <a:schemeClr val="tx1"/>
              </a:solidFill>
            </a:endParaRPr>
          </a:p>
          <a:p>
            <a:pPr lvl="8"/>
            <a:endParaRPr lang="en-GB" sz="5400">
              <a:solidFill>
                <a:schemeClr val="tx1"/>
              </a:solidFill>
            </a:endParaRPr>
          </a:p>
          <a:p>
            <a:pPr lvl="8"/>
            <a:endParaRPr lang="en-AT" sz="5400">
              <a:solidFill>
                <a:schemeClr val="tx1"/>
              </a:solidFill>
            </a:endParaRPr>
          </a:p>
          <a:p>
            <a:endParaRPr lang="en-AT" sz="5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4D900D-4B5D-4AF6-9AA4-2A16C6A06C89}"/>
              </a:ext>
            </a:extLst>
          </p:cNvPr>
          <p:cNvSpPr txBox="1"/>
          <p:nvPr/>
        </p:nvSpPr>
        <p:spPr>
          <a:xfrm>
            <a:off x="12945337" y="3925689"/>
            <a:ext cx="8559421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/>
            <a:r>
              <a:rPr lang="en-GB" sz="4400" b="1">
                <a:solidFill>
                  <a:schemeClr val="tx1"/>
                </a:solidFill>
              </a:rPr>
              <a:t>Doctors</a:t>
            </a:r>
            <a:r>
              <a:rPr lang="en-GB" sz="4000" b="1">
                <a:solidFill>
                  <a:schemeClr val="tx1"/>
                </a:solidFill>
              </a:rPr>
              <a:t> </a:t>
            </a:r>
            <a:r>
              <a:rPr lang="en-AU" sz="4000" b="1">
                <a:solidFill>
                  <a:schemeClr val="tx1"/>
                </a:solidFill>
              </a:rPr>
              <a:t>👨‍⚕️</a:t>
            </a:r>
            <a:endParaRPr lang="en-GB" sz="4000" b="1">
              <a:solidFill>
                <a:schemeClr val="tx1"/>
              </a:solidFill>
            </a:endParaRPr>
          </a:p>
          <a:p>
            <a:pPr marL="571500" lvl="8" indent="-57150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tx1"/>
                </a:solidFill>
              </a:rPr>
              <a:t>Doctors are receiving many patients who think they have COVID, but they are </a:t>
            </a:r>
            <a:r>
              <a:rPr lang="en-US" sz="3600" b="1">
                <a:solidFill>
                  <a:schemeClr val="tx1"/>
                </a:solidFill>
              </a:rPr>
              <a:t>suffering from other diseases</a:t>
            </a:r>
            <a:r>
              <a:rPr lang="en-US" sz="3600">
                <a:solidFill>
                  <a:schemeClr val="tx1"/>
                </a:solidFill>
              </a:rPr>
              <a:t>.  This leads to </a:t>
            </a:r>
            <a:r>
              <a:rPr lang="en-US" sz="3600" b="1">
                <a:solidFill>
                  <a:schemeClr val="tx1"/>
                </a:solidFill>
              </a:rPr>
              <a:t>wasted time and resources </a:t>
            </a:r>
            <a:r>
              <a:rPr lang="en-US" sz="3600">
                <a:solidFill>
                  <a:schemeClr val="tx1"/>
                </a:solidFill>
              </a:rPr>
              <a:t>on the healthcare system. </a:t>
            </a:r>
            <a:r>
              <a:rPr lang="en-AU" sz="3600">
                <a:solidFill>
                  <a:schemeClr val="tx1"/>
                </a:solidFill>
              </a:rPr>
              <a:t>⏳</a:t>
            </a:r>
            <a:endParaRPr lang="en-US" sz="3600">
              <a:solidFill>
                <a:schemeClr val="tx1"/>
              </a:solidFill>
            </a:endParaRPr>
          </a:p>
          <a:p>
            <a:pPr marL="571500" lvl="8" indent="-571500">
              <a:buFont typeface="Arial" panose="020B0604020202020204" pitchFamily="34" charset="0"/>
              <a:buChar char="•"/>
            </a:pPr>
            <a:endParaRPr lang="en-US" sz="3600" b="1">
              <a:solidFill>
                <a:schemeClr val="tx1"/>
              </a:solidFill>
            </a:endParaRPr>
          </a:p>
          <a:p>
            <a:pPr marL="571500" lvl="8" indent="-571500">
              <a:buFont typeface="Arial" panose="020B0604020202020204" pitchFamily="34" charset="0"/>
              <a:buChar char="•"/>
            </a:pPr>
            <a:r>
              <a:rPr lang="en-US" sz="3600" b="1">
                <a:solidFill>
                  <a:schemeClr val="tx1"/>
                </a:solidFill>
              </a:rPr>
              <a:t>Managing appointments </a:t>
            </a:r>
            <a:r>
              <a:rPr lang="en-US" sz="3600">
                <a:solidFill>
                  <a:schemeClr val="tx1"/>
                </a:solidFill>
              </a:rPr>
              <a:t>from COVID test related patients on their systems is an additional overload and can be outsourced. </a:t>
            </a:r>
            <a:r>
              <a:rPr lang="en-AU" sz="3600">
                <a:solidFill>
                  <a:schemeClr val="tx1"/>
                </a:solidFill>
              </a:rPr>
              <a:t>📆</a:t>
            </a:r>
            <a:endParaRPr lang="en-US" sz="3600">
              <a:solidFill>
                <a:schemeClr val="tx1"/>
              </a:solidFill>
            </a:endParaRP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435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Comparisons or Differences 🕶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89E2A11-B295-4255-BB68-55AD645B8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01113"/>
              </p:ext>
            </p:extLst>
          </p:nvPr>
        </p:nvGraphicFramePr>
        <p:xfrm>
          <a:off x="2011679" y="4519418"/>
          <a:ext cx="20359054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9527">
                  <a:extLst>
                    <a:ext uri="{9D8B030D-6E8A-4147-A177-3AD203B41FA5}">
                      <a16:colId xmlns:a16="http://schemas.microsoft.com/office/drawing/2014/main" val="2502716135"/>
                    </a:ext>
                  </a:extLst>
                </a:gridCol>
                <a:gridCol w="10179527">
                  <a:extLst>
                    <a:ext uri="{9D8B030D-6E8A-4147-A177-3AD203B41FA5}">
                      <a16:colId xmlns:a16="http://schemas.microsoft.com/office/drawing/2014/main" val="3619035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400"/>
                        <a:t>Us </a:t>
                      </a:r>
                      <a:r>
                        <a:rPr lang="en-AU" sz="4400"/>
                        <a:t>👍</a:t>
                      </a:r>
                      <a:endParaRPr lang="en-GB" sz="4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/>
                        <a:t>Existing Services </a:t>
                      </a:r>
                      <a:r>
                        <a:rPr lang="en-AU" sz="4400"/>
                        <a:t>👎</a:t>
                      </a:r>
                      <a:endParaRPr lang="en-GB" sz="4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069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400" b="1"/>
                        <a:t>Integrated chatbot </a:t>
                      </a:r>
                      <a:r>
                        <a:rPr lang="en-GB" sz="4400"/>
                        <a:t>for early diagnosis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/>
                        <a:t>Must have consultation with a </a:t>
                      </a:r>
                      <a:r>
                        <a:rPr lang="en-GB" sz="4400" b="1"/>
                        <a:t>real doctor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52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400"/>
                        <a:t>Initial diagnosis, appointment management in an </a:t>
                      </a:r>
                      <a:r>
                        <a:rPr lang="en-GB" sz="4400" b="1"/>
                        <a:t>all-in-one centralised </a:t>
                      </a:r>
                      <a:r>
                        <a:rPr lang="en-GB" sz="440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1"/>
                        <a:t>No centralised </a:t>
                      </a:r>
                      <a:r>
                        <a:rPr lang="en-GB" sz="4400"/>
                        <a:t>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84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400"/>
                        <a:t>Visual representation of ailments on </a:t>
                      </a:r>
                      <a:r>
                        <a:rPr lang="en-GB" sz="4400" b="1"/>
                        <a:t>3D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1"/>
                        <a:t>No 3D model </a:t>
                      </a:r>
                      <a:r>
                        <a:rPr lang="en-GB" sz="4400"/>
                        <a:t>to visualise diagnosis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4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400"/>
                        <a:t>Available as a </a:t>
                      </a:r>
                      <a:r>
                        <a:rPr lang="en-GB" sz="4400" b="1"/>
                        <a:t>cross-platform web-app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1"/>
                        <a:t>Tied to specific platform</a:t>
                      </a:r>
                      <a:r>
                        <a:rPr lang="en-GB" sz="4400"/>
                        <a:t>, such as iOS, Android or only desktops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27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374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Project Scope 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89A-6706-5144-BCD3-12E2CD443333}"/>
              </a:ext>
            </a:extLst>
          </p:cNvPr>
          <p:cNvSpPr txBox="1"/>
          <p:nvPr/>
        </p:nvSpPr>
        <p:spPr>
          <a:xfrm>
            <a:off x="1810329" y="4150300"/>
            <a:ext cx="21390582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8"/>
            <a:r>
              <a:rPr lang="en-GB" sz="4800"/>
              <a:t>We are building an </a:t>
            </a:r>
            <a:r>
              <a:rPr lang="en-GB" sz="4800" b="1"/>
              <a:t>interactive</a:t>
            </a:r>
            <a:r>
              <a:rPr lang="en-GB" sz="4800"/>
              <a:t> </a:t>
            </a:r>
            <a:r>
              <a:rPr lang="en-GB" sz="4800" b="1"/>
              <a:t>software solution </a:t>
            </a:r>
            <a:r>
              <a:rPr lang="en-GB" sz="4800"/>
              <a:t>to help you understand –</a:t>
            </a:r>
          </a:p>
          <a:p>
            <a:pPr marL="0" lvl="8"/>
            <a:r>
              <a:rPr lang="en-GB" sz="4800"/>
              <a:t>  </a:t>
            </a:r>
          </a:p>
          <a:p>
            <a:pPr marL="914400" lvl="8" indent="-914400">
              <a:buFont typeface="+mj-lt"/>
              <a:buAutoNum type="arabicPeriod"/>
            </a:pPr>
            <a:r>
              <a:rPr lang="en-GB" sz="4800" b="1"/>
              <a:t>How likely </a:t>
            </a:r>
            <a:r>
              <a:rPr lang="en-GB" sz="4800"/>
              <a:t>you are to have COVID-19 based on your symptoms </a:t>
            </a:r>
            <a:r>
              <a:rPr lang="en-AU" sz="4800"/>
              <a:t>😷</a:t>
            </a:r>
            <a:endParaRPr lang="en-GB" sz="4800"/>
          </a:p>
          <a:p>
            <a:pPr marL="914400" lvl="8" indent="-914400">
              <a:buFont typeface="+mj-lt"/>
              <a:buAutoNum type="arabicPeriod"/>
            </a:pPr>
            <a:r>
              <a:rPr lang="en-GB" sz="4800" b="1"/>
              <a:t>Visualize</a:t>
            </a:r>
            <a:r>
              <a:rPr lang="en-GB" sz="4800"/>
              <a:t> your condition in real-time </a:t>
            </a:r>
            <a:r>
              <a:rPr lang="en-AU" sz="4800"/>
              <a:t>💹</a:t>
            </a:r>
            <a:endParaRPr lang="en-GB" sz="4800"/>
          </a:p>
          <a:p>
            <a:pPr marL="914400" lvl="8" indent="-914400">
              <a:buFont typeface="+mj-lt"/>
              <a:buAutoNum type="arabicPeriod"/>
            </a:pPr>
            <a:r>
              <a:rPr lang="en-GB" sz="4800" b="1"/>
              <a:t>Supporting you </a:t>
            </a:r>
            <a:r>
              <a:rPr lang="en-GB" sz="4800"/>
              <a:t>with your next steps </a:t>
            </a:r>
            <a:r>
              <a:rPr lang="en-AU" sz="4800"/>
              <a:t>📌</a:t>
            </a:r>
            <a:endParaRPr lang="en-GB" sz="4800"/>
          </a:p>
          <a:p>
            <a:pPr marL="914400" lvl="8" indent="-914400">
              <a:buFont typeface="+mj-lt"/>
              <a:buAutoNum type="arabicPeriod"/>
            </a:pPr>
            <a:r>
              <a:rPr lang="en-GB" sz="4800"/>
              <a:t>And helping you get in touch with a </a:t>
            </a:r>
            <a:r>
              <a:rPr lang="en-GB" sz="4800" b="1"/>
              <a:t>medical professional </a:t>
            </a:r>
            <a:r>
              <a:rPr lang="en-GB" sz="4800"/>
              <a:t>as soon as possible, if required </a:t>
            </a:r>
            <a:r>
              <a:rPr lang="en-AU" sz="4800"/>
              <a:t>👩‍⚕️</a:t>
            </a:r>
            <a:endParaRPr lang="en-GB" sz="4800"/>
          </a:p>
          <a:p>
            <a:pPr marL="914400" lvl="8" indent="-914400">
              <a:buFont typeface="+mj-lt"/>
              <a:buAutoNum type="arabicPeriod"/>
            </a:pPr>
            <a:endParaRPr lang="en-GB" sz="4800"/>
          </a:p>
          <a:p>
            <a:pPr marL="0" lvl="8"/>
            <a:r>
              <a:rPr lang="en-GB" sz="4800"/>
              <a:t>All by leveraging the power of </a:t>
            </a:r>
            <a:r>
              <a:rPr lang="en-GB" sz="4800" b="1"/>
              <a:t>artificial intelligence</a:t>
            </a:r>
            <a:r>
              <a:rPr lang="en-GB" sz="4800"/>
              <a:t>. </a:t>
            </a:r>
            <a:r>
              <a:rPr lang="en-AU" sz="4800"/>
              <a:t>🤖</a:t>
            </a:r>
            <a:endParaRPr lang="en-GB" sz="4800">
              <a:solidFill>
                <a:schemeClr val="tx1"/>
              </a:solidFill>
            </a:endParaRPr>
          </a:p>
          <a:p>
            <a:pPr marL="685800" lvl="8" indent="-685800">
              <a:buFont typeface="Arial" panose="020B0604020202020204" pitchFamily="34" charset="0"/>
              <a:buChar char="•"/>
            </a:pPr>
            <a:endParaRPr lang="en-GB" sz="5400">
              <a:solidFill>
                <a:schemeClr val="tx1"/>
              </a:solidFill>
            </a:endParaRPr>
          </a:p>
          <a:p>
            <a:pPr marL="685800" lvl="8" indent="-685800">
              <a:buFont typeface="Arial" panose="020B0604020202020204" pitchFamily="34" charset="0"/>
              <a:buChar char="•"/>
            </a:pPr>
            <a:endParaRPr lang="en-GB" sz="5400">
              <a:solidFill>
                <a:schemeClr val="tx1"/>
              </a:solidFill>
            </a:endParaRPr>
          </a:p>
          <a:p>
            <a:pPr lvl="8"/>
            <a:endParaRPr lang="en-AT" sz="5400">
              <a:solidFill>
                <a:schemeClr val="tx1"/>
              </a:solidFill>
            </a:endParaRPr>
          </a:p>
          <a:p>
            <a:endParaRPr lang="en-AT" sz="5400"/>
          </a:p>
        </p:txBody>
      </p:sp>
    </p:spTree>
    <p:extLst>
      <p:ext uri="{BB962C8B-B14F-4D97-AF65-F5344CB8AC3E}">
        <p14:creationId xmlns:p14="http://schemas.microsoft.com/office/powerpoint/2010/main" val="312548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1843" y="959220"/>
            <a:ext cx="19205300" cy="2098470"/>
          </a:xfrm>
        </p:spPr>
        <p:txBody>
          <a:bodyPr/>
          <a:lstStyle/>
          <a:p>
            <a:r>
              <a:rPr lang="en-AU" b="1"/>
              <a:t>Leveraged Technologies 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89A-6706-5144-BCD3-12E2CD443333}"/>
              </a:ext>
            </a:extLst>
          </p:cNvPr>
          <p:cNvSpPr txBox="1"/>
          <p:nvPr/>
        </p:nvSpPr>
        <p:spPr>
          <a:xfrm>
            <a:off x="1594926" y="3950882"/>
            <a:ext cx="21839135" cy="79406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4400" b="1"/>
              <a:t>Technical Stack </a:t>
            </a:r>
            <a:r>
              <a:rPr lang="en-AU" sz="4400" b="1"/>
              <a:t>🥞</a:t>
            </a:r>
            <a:endParaRPr lang="en-GB" sz="44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000"/>
              <a:t>The frontend was built on </a:t>
            </a:r>
            <a:r>
              <a:rPr lang="en-GB" sz="4000" b="1"/>
              <a:t>React</a:t>
            </a:r>
            <a:r>
              <a:rPr lang="en-GB" sz="4000"/>
              <a:t> utilising </a:t>
            </a:r>
            <a:r>
              <a:rPr lang="en-GB" sz="4000" b="1"/>
              <a:t>Firebase</a:t>
            </a:r>
            <a:r>
              <a:rPr lang="en-GB" sz="4000"/>
              <a:t> for the backend and database. </a:t>
            </a:r>
          </a:p>
          <a:p>
            <a:endParaRPr lang="en-GB" sz="4400"/>
          </a:p>
          <a:p>
            <a:r>
              <a:rPr lang="en-GB" sz="4400" b="1"/>
              <a:t>Key Technical Features </a:t>
            </a:r>
            <a:r>
              <a:rPr lang="en-AU" sz="4400" b="1"/>
              <a:t>💻</a:t>
            </a:r>
          </a:p>
          <a:p>
            <a:endParaRPr lang="en-GB" sz="44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000" b="1"/>
              <a:t>Machine Learning Chatbot </a:t>
            </a:r>
            <a:r>
              <a:rPr lang="en-GB" sz="4000"/>
              <a:t>- A way to provide a customer interaction with health statistics and recommendations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000" b="1"/>
              <a:t>3D Modelling </a:t>
            </a:r>
            <a:r>
              <a:rPr lang="en-GB" sz="4000"/>
              <a:t>- Provides the user with an educational and interactive 3D visualization of their health condition, built using the three.js library.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000" b="1"/>
              <a:t>COVID-19 Prediction Model </a:t>
            </a:r>
            <a:r>
              <a:rPr lang="en-GB" sz="4000"/>
              <a:t>– Leverages </a:t>
            </a:r>
            <a:r>
              <a:rPr lang="en-GB" sz="4000" b="1" err="1"/>
              <a:t>LightGBM</a:t>
            </a:r>
            <a:r>
              <a:rPr lang="en-GB" sz="4000"/>
              <a:t> (gradient boosted decision trees), hosted on </a:t>
            </a:r>
            <a:r>
              <a:rPr lang="en-GB" sz="4000" b="1"/>
              <a:t>Amazon EC2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GB" sz="5400"/>
          </a:p>
        </p:txBody>
      </p:sp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59461CCB-6613-441B-BA10-0A1FDFD70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185" y="5377207"/>
            <a:ext cx="2094493" cy="1480793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1C61DB3-B9BF-4154-9916-2A08D0563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7388" y="5698805"/>
            <a:ext cx="2996303" cy="84770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244EDA8-589A-473F-ABB5-9AFAA4FF8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3691" y="10574108"/>
            <a:ext cx="2548549" cy="1433983"/>
          </a:xfrm>
          <a:prstGeom prst="rect">
            <a:avLst/>
          </a:prstGeom>
        </p:spPr>
      </p:pic>
      <p:pic>
        <p:nvPicPr>
          <p:cNvPr id="1026" name="Picture 2" descr="GitHub - microsoft/LightGBM: A fast, distributed, high performance gradient  boosting (GBT, GBDT, GBRT, GBM or MART) framework based on decision tree  algorithms, used for ranking, classification and many other machine  learning tasks.">
            <a:extLst>
              <a:ext uri="{FF2B5EF4-FFF2-40B4-BE49-F238E27FC236}">
                <a16:creationId xmlns:a16="http://schemas.microsoft.com/office/drawing/2014/main" id="{4ABE86CB-483D-4B92-A93D-178A0B3D1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410" y="10346817"/>
            <a:ext cx="3771269" cy="188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4EBA1B-428C-4FE3-BFBD-75E711FAC0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3739" y="10574108"/>
            <a:ext cx="2830828" cy="143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8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Picture 15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35245" y="7057084"/>
            <a:ext cx="172730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21">
            <a:extLst>
              <a:ext uri="{FF2B5EF4-FFF2-40B4-BE49-F238E27FC236}">
                <a16:creationId xmlns:a16="http://schemas.microsoft.com/office/drawing/2014/main" id="{EC17D08F-2133-44A9-B28C-CB29928FA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24381803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0CC36881-E309-4C41-8B5B-203AADC1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516" y="2949938"/>
            <a:ext cx="5647470" cy="3737520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7200"/>
              <a:t>Software Overview 🗺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89A-6706-5144-BCD3-12E2CD443333}"/>
              </a:ext>
            </a:extLst>
          </p:cNvPr>
          <p:cNvSpPr txBox="1"/>
          <p:nvPr/>
        </p:nvSpPr>
        <p:spPr>
          <a:xfrm>
            <a:off x="623799" y="7062408"/>
            <a:ext cx="7350488" cy="4421713"/>
          </a:xfrm>
          <a:prstGeom prst="rect">
            <a:avLst/>
          </a:prstGeom>
        </p:spPr>
        <p:txBody>
          <a:bodyPr vert="horz" lIns="91440" tIns="91440" rIns="91440" bIns="91440" rtlCol="0" anchor="t">
            <a:normAutofit fontScale="92500" lnSpcReduction="10000"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sz="4000" cap="all"/>
              <a:t>Quick 2 Min Overview:</a:t>
            </a:r>
          </a:p>
          <a:p>
            <a:pPr defTabSz="914400">
              <a:lnSpc>
                <a:spcPct val="120000"/>
              </a:lnSpc>
              <a:spcBef>
                <a:spcPts val="1000"/>
              </a:spcBef>
            </a:pPr>
            <a:r>
              <a:rPr lang="en-US" sz="4000" cap="all">
                <a:ea typeface="+mn-lt"/>
                <a:cs typeface="+mn-lt"/>
                <a:hlinkClick r:id="rId3"/>
              </a:rPr>
              <a:t>https://www.youtube.com/watch?v=09UxepRxEh8</a:t>
            </a:r>
            <a:r>
              <a:rPr lang="en-US" sz="4000" cap="all">
                <a:ea typeface="+mn-lt"/>
                <a:cs typeface="+mn-lt"/>
              </a:rPr>
              <a:t> </a:t>
            </a:r>
            <a:endParaRPr lang="en-US" sz="4000"/>
          </a:p>
          <a:p>
            <a:pPr defTabSz="914400">
              <a:lnSpc>
                <a:spcPct val="120000"/>
              </a:lnSpc>
              <a:spcBef>
                <a:spcPts val="1000"/>
              </a:spcBef>
            </a:pPr>
            <a:r>
              <a:rPr lang="en-US" sz="4000" cap="all"/>
              <a:t>Detailed demo: </a:t>
            </a:r>
          </a:p>
          <a:p>
            <a:pPr defTabSz="914400">
              <a:lnSpc>
                <a:spcPct val="120000"/>
              </a:lnSpc>
              <a:spcBef>
                <a:spcPts val="1000"/>
              </a:spcBef>
            </a:pPr>
            <a:r>
              <a:rPr lang="en-US" sz="4000" cap="all">
                <a:hlinkClick r:id="rId4"/>
              </a:rPr>
              <a:t>https://www.youtube.com/watch?v=kTq2JjHzO0A</a:t>
            </a:r>
            <a:r>
              <a:rPr lang="en-US" sz="4000" cap="all"/>
              <a:t> 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4F2C6A8-7D46-49EA-860B-0F0B02084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18516" y="7057086"/>
            <a:ext cx="56474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7">
            <a:extLst>
              <a:ext uri="{FF2B5EF4-FFF2-40B4-BE49-F238E27FC236}">
                <a16:creationId xmlns:a16="http://schemas.microsoft.com/office/drawing/2014/main" id="{AED92372-F778-4E96-9E90-4E63BAF3C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58259" y="964342"/>
            <a:ext cx="15119246" cy="10298202"/>
            <a:chOff x="7463258" y="583365"/>
            <a:chExt cx="7560115" cy="518192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B4EC089-8B60-43F4-9BF5-1F0B0E398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9">
              <a:extLst>
                <a:ext uri="{FF2B5EF4-FFF2-40B4-BE49-F238E27FC236}">
                  <a16:creationId xmlns:a16="http://schemas.microsoft.com/office/drawing/2014/main" id="{1C0BAC91-1725-4E5A-92CE-F5A2EB066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10">
            <a:extLst>
              <a:ext uri="{FF2B5EF4-FFF2-40B4-BE49-F238E27FC236}">
                <a16:creationId xmlns:a16="http://schemas.microsoft.com/office/drawing/2014/main" id="{107A7419-B41D-4491-995F-63C98422DE1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" b="7462"/>
          <a:stretch/>
        </p:blipFill>
        <p:spPr>
          <a:xfrm>
            <a:off x="8564099" y="1829113"/>
            <a:ext cx="13887227" cy="85615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B61EBEC-D0CA-456C-98A6-EDA1AC9FB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18A71EB-D327-4458-85FB-26336B2BA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21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35245" y="7057084"/>
            <a:ext cx="172730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C17D08F-2133-44A9-B28C-CB29928FA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24381803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C36881-E309-4C41-8B5B-203AADC1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516" y="2949938"/>
            <a:ext cx="5647470" cy="3737520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5600"/>
              <a:t>Software Architecture</a:t>
            </a:r>
            <a:br>
              <a:rPr lang="en-US" sz="5600"/>
            </a:br>
            <a:r>
              <a:rPr lang="en-AU" sz="5600"/>
              <a:t>👷‍♂️</a:t>
            </a:r>
            <a:endParaRPr lang="en-US" sz="56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4F2C6A8-7D46-49EA-860B-0F0B02084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18516" y="7057086"/>
            <a:ext cx="56474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D92372-F778-4E96-9E90-4E63BAF3C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58259" y="964342"/>
            <a:ext cx="15119246" cy="10298202"/>
            <a:chOff x="7463258" y="583365"/>
            <a:chExt cx="7560115" cy="518192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B4EC089-8B60-43F4-9BF5-1F0B0E398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C0BAC91-1725-4E5A-92CE-F5A2EB066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897449D0-E212-45B4-A3F8-2B685C7473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" b="15989"/>
          <a:stretch/>
        </p:blipFill>
        <p:spPr>
          <a:xfrm>
            <a:off x="8655803" y="1846385"/>
            <a:ext cx="13773107" cy="847578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B61EBEC-D0CA-456C-98A6-EDA1AC9FB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18A71EB-D327-4458-85FB-26336B2BA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18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800" y="2155485"/>
            <a:ext cx="19205300" cy="2098470"/>
          </a:xfrm>
        </p:spPr>
        <p:txBody>
          <a:bodyPr/>
          <a:lstStyle/>
          <a:p>
            <a:r>
              <a:rPr lang="en-AU" b="1"/>
              <a:t>Top features 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89A-6706-5144-BCD3-12E2CD443333}"/>
              </a:ext>
            </a:extLst>
          </p:cNvPr>
          <p:cNvSpPr txBox="1"/>
          <p:nvPr/>
        </p:nvSpPr>
        <p:spPr>
          <a:xfrm>
            <a:off x="1594927" y="3204720"/>
            <a:ext cx="22331873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60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/>
              <a:t>Predict your </a:t>
            </a:r>
            <a:r>
              <a:rPr lang="en-GB" sz="5400" b="1"/>
              <a:t>COVID-19 likelihood</a:t>
            </a:r>
            <a:r>
              <a:rPr lang="en-GB" sz="5400"/>
              <a:t>, just by giving us your symptoms using the power of </a:t>
            </a:r>
            <a:r>
              <a:rPr lang="en-GB" sz="5400" b="1"/>
              <a:t>AI</a:t>
            </a:r>
            <a:r>
              <a:rPr lang="en-GB" sz="5400"/>
              <a:t>! 🩺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/>
              <a:t>Decide whether you need to see a doctor based on your COVID-likelihood </a:t>
            </a:r>
            <a:r>
              <a:rPr lang="en-AU" sz="5400"/>
              <a:t>🤔</a:t>
            </a:r>
            <a:endParaRPr lang="en-GB" sz="54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/>
              <a:t>Find </a:t>
            </a:r>
            <a:r>
              <a:rPr lang="en-GB" sz="5400" b="1"/>
              <a:t>nearby COVID testing clinics </a:t>
            </a:r>
            <a:r>
              <a:rPr lang="en-GB" sz="5400"/>
              <a:t>and book in an </a:t>
            </a:r>
            <a:r>
              <a:rPr lang="en-GB" sz="5400" b="1"/>
              <a:t>appointment</a:t>
            </a:r>
            <a:r>
              <a:rPr lang="en-GB" sz="5400"/>
              <a:t> with them with a couple of clicks </a:t>
            </a:r>
            <a:r>
              <a:rPr lang="en-AU" sz="5400"/>
              <a:t>🏥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/>
              <a:t>Visualize your COVID situation in an </a:t>
            </a:r>
            <a:r>
              <a:rPr lang="en-GB" sz="5400" b="1"/>
              <a:t>interactive and exciting 3D </a:t>
            </a:r>
            <a:r>
              <a:rPr lang="en-GB" sz="5400"/>
              <a:t>view! </a:t>
            </a:r>
            <a:r>
              <a:rPr lang="en-AU" sz="5400"/>
              <a:t>📈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AU" sz="5400" b="1"/>
              <a:t>Live chat </a:t>
            </a:r>
            <a:r>
              <a:rPr lang="en-AU" sz="5400"/>
              <a:t>with a medical professional if you’re in a hurry 👨‍⚕️</a:t>
            </a:r>
            <a:endParaRPr lang="en-GB" sz="540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GB" sz="5400"/>
          </a:p>
        </p:txBody>
      </p:sp>
    </p:spTree>
    <p:extLst>
      <p:ext uri="{BB962C8B-B14F-4D97-AF65-F5344CB8AC3E}">
        <p14:creationId xmlns:p14="http://schemas.microsoft.com/office/powerpoint/2010/main" val="2191342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07602" y="3694176"/>
            <a:ext cx="1921379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24381803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2968" y="4606094"/>
            <a:ext cx="6543760" cy="53483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sz="5400" b="1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 Steps </a:t>
            </a:r>
            <a:r>
              <a:rPr lang="en-US" sz="54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💡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02968" y="4293084"/>
            <a:ext cx="654376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02970" y="6244992"/>
            <a:ext cx="7059855" cy="2098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450342C-4233-41EC-9C31-71873551AC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5785486"/>
              </p:ext>
            </p:extLst>
          </p:nvPr>
        </p:nvGraphicFramePr>
        <p:xfrm>
          <a:off x="10283156" y="1606550"/>
          <a:ext cx="11826104" cy="927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80833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07602" y="3694176"/>
            <a:ext cx="1921379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6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24381803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2968" y="4606094"/>
            <a:ext cx="6543760" cy="53483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sz="5400" b="1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 Steps </a:t>
            </a:r>
            <a:r>
              <a:rPr lang="en-US" sz="54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💡  </a:t>
            </a:r>
          </a:p>
        </p:txBody>
      </p:sp>
      <p:cxnSp>
        <p:nvCxnSpPr>
          <p:cNvPr id="16" name="Straight Connector 20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02968" y="4293084"/>
            <a:ext cx="654376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02970" y="6244992"/>
            <a:ext cx="7059855" cy="2098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20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22" name="Straight Connector 26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extBox 2">
            <a:extLst>
              <a:ext uri="{FF2B5EF4-FFF2-40B4-BE49-F238E27FC236}">
                <a16:creationId xmlns:a16="http://schemas.microsoft.com/office/drawing/2014/main" id="{0D905B7D-AFCE-488D-B1B4-78C88B6027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3114857"/>
              </p:ext>
            </p:extLst>
          </p:nvPr>
        </p:nvGraphicFramePr>
        <p:xfrm>
          <a:off x="10283156" y="1606550"/>
          <a:ext cx="11826104" cy="927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15335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Teamwork review 😎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93707-A1E9-5244-A734-93631D595068}"/>
              </a:ext>
            </a:extLst>
          </p:cNvPr>
          <p:cNvSpPr txBox="1"/>
          <p:nvPr/>
        </p:nvSpPr>
        <p:spPr>
          <a:xfrm>
            <a:off x="1863969" y="3776335"/>
            <a:ext cx="6623347" cy="8402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5400" b="1">
                <a:solidFill>
                  <a:srgbClr val="FF0000"/>
                </a:solidFill>
              </a:rPr>
              <a:t>Good Things </a:t>
            </a:r>
            <a:r>
              <a:rPr lang="en-AU" sz="5400" b="1"/>
              <a:t>🙂</a:t>
            </a:r>
          </a:p>
          <a:p>
            <a:endParaRPr lang="en-GB" sz="5400" b="1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/>
              <a:t>Strong and honest  </a:t>
            </a:r>
            <a:r>
              <a:rPr lang="en-GB" sz="4800" b="1"/>
              <a:t>communication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 b="1"/>
              <a:t>Remote</a:t>
            </a:r>
            <a:r>
              <a:rPr lang="en-GB" sz="4800"/>
              <a:t> collaboration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/>
              <a:t>Effective </a:t>
            </a:r>
            <a:r>
              <a:rPr lang="en-GB" sz="4800" b="1"/>
              <a:t>task delegation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/>
              <a:t>Meetings and meeting minutes were </a:t>
            </a:r>
            <a:r>
              <a:rPr lang="en-GB" sz="4800" b="1"/>
              <a:t>consistent and informative</a:t>
            </a:r>
            <a:r>
              <a:rPr lang="en-GB" sz="48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E2F8F-A064-4AD4-946C-DDD354D48CE8}"/>
              </a:ext>
            </a:extLst>
          </p:cNvPr>
          <p:cNvSpPr txBox="1"/>
          <p:nvPr/>
        </p:nvSpPr>
        <p:spPr>
          <a:xfrm>
            <a:off x="8822139" y="3776412"/>
            <a:ext cx="7156779" cy="69249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5400" b="1">
                <a:solidFill>
                  <a:srgbClr val="FF0000"/>
                </a:solidFill>
              </a:rPr>
              <a:t>Not so Good </a:t>
            </a:r>
            <a:r>
              <a:rPr lang="en-AU" sz="5400" b="1"/>
              <a:t>😐</a:t>
            </a:r>
          </a:p>
          <a:p>
            <a:endParaRPr lang="en-GB" sz="5400" b="1">
              <a:solidFill>
                <a:srgbClr val="FF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 b="1"/>
              <a:t>Knowledge gaps</a:t>
            </a:r>
            <a:r>
              <a:rPr lang="en-GB" sz="4800"/>
              <a:t> Group members need to ask more questions if they get stuck.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 b="1"/>
              <a:t>Task tracking </a:t>
            </a:r>
            <a:r>
              <a:rPr lang="en-GB" sz="4800"/>
              <a:t>on Trello could improve project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6EEE8-0AA2-4F67-80DB-5F34BC9DFD7F}"/>
              </a:ext>
            </a:extLst>
          </p:cNvPr>
          <p:cNvSpPr txBox="1"/>
          <p:nvPr/>
        </p:nvSpPr>
        <p:spPr>
          <a:xfrm>
            <a:off x="16313316" y="3776491"/>
            <a:ext cx="7156779" cy="61863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5400" b="1">
                <a:solidFill>
                  <a:srgbClr val="FF0000"/>
                </a:solidFill>
              </a:rPr>
              <a:t>Bad Things </a:t>
            </a:r>
            <a:r>
              <a:rPr lang="en-AU" sz="5400" b="1">
                <a:solidFill>
                  <a:schemeClr val="tx1"/>
                </a:solidFill>
              </a:rPr>
              <a:t>☹</a:t>
            </a:r>
          </a:p>
          <a:p>
            <a:endParaRPr lang="en-GB" sz="5400" b="1">
              <a:solidFill>
                <a:srgbClr val="FF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 b="1"/>
              <a:t>Time Management </a:t>
            </a:r>
            <a:r>
              <a:rPr lang="en-GB" sz="4800"/>
              <a:t>and </a:t>
            </a:r>
            <a:r>
              <a:rPr lang="en-GB" sz="4800" b="1"/>
              <a:t>overall progress</a:t>
            </a:r>
            <a:r>
              <a:rPr lang="en-GB" sz="4800"/>
              <a:t> Planning and trying to delegate more time towards implementing features could help.</a:t>
            </a:r>
            <a:endParaRPr lang="en-GB" sz="4800" u="sng"/>
          </a:p>
        </p:txBody>
      </p:sp>
    </p:spTree>
    <p:extLst>
      <p:ext uri="{BB962C8B-B14F-4D97-AF65-F5344CB8AC3E}">
        <p14:creationId xmlns:p14="http://schemas.microsoft.com/office/powerpoint/2010/main" val="460939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Project Timeline Review ⏳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93707-A1E9-5244-A734-93631D595068}"/>
              </a:ext>
            </a:extLst>
          </p:cNvPr>
          <p:cNvSpPr txBox="1"/>
          <p:nvPr/>
        </p:nvSpPr>
        <p:spPr>
          <a:xfrm>
            <a:off x="1355506" y="3788565"/>
            <a:ext cx="11702027" cy="112338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4400" b="1">
                <a:solidFill>
                  <a:srgbClr val="FF0000"/>
                </a:solidFill>
              </a:rPr>
              <a:t>Achievements</a:t>
            </a:r>
            <a:r>
              <a:rPr lang="en-GB" sz="4400">
                <a:solidFill>
                  <a:srgbClr val="FF0000"/>
                </a:solidFill>
              </a:rPr>
              <a:t> </a:t>
            </a:r>
            <a:r>
              <a:rPr lang="en-AU" sz="4400">
                <a:solidFill>
                  <a:srgbClr val="FF0000"/>
                </a:solidFill>
              </a:rPr>
              <a:t>🌟</a:t>
            </a:r>
          </a:p>
          <a:p>
            <a:endParaRPr lang="en-GB" sz="4400">
              <a:solidFill>
                <a:srgbClr val="FF0000"/>
              </a:solidFill>
            </a:endParaRPr>
          </a:p>
          <a:p>
            <a:r>
              <a:rPr lang="en-AU" sz="4400" b="1">
                <a:solidFill>
                  <a:srgbClr val="FF0000"/>
                </a:solidFill>
              </a:rPr>
              <a:t>🎯 </a:t>
            </a:r>
            <a:r>
              <a:rPr lang="en-GB" sz="4400" b="1">
                <a:solidFill>
                  <a:srgbClr val="FF0000"/>
                </a:solidFill>
              </a:rPr>
              <a:t>March - Planning</a:t>
            </a:r>
          </a:p>
          <a:p>
            <a:r>
              <a:rPr lang="en-GB" sz="4000"/>
              <a:t>Ideation, project</a:t>
            </a:r>
            <a:r>
              <a:rPr lang="en-GB" sz="4000">
                <a:solidFill>
                  <a:srgbClr val="000000"/>
                </a:solidFill>
              </a:rPr>
              <a:t> structure, project environment, organisational foundations</a:t>
            </a:r>
          </a:p>
          <a:p>
            <a:endParaRPr lang="en-GB" sz="4400">
              <a:solidFill>
                <a:srgbClr val="000000"/>
              </a:solidFill>
            </a:endParaRPr>
          </a:p>
          <a:p>
            <a:r>
              <a:rPr lang="en-AU" sz="4400" b="1">
                <a:solidFill>
                  <a:srgbClr val="FF0000"/>
                </a:solidFill>
              </a:rPr>
              <a:t>🎯 </a:t>
            </a:r>
            <a:r>
              <a:rPr lang="en-GB" sz="4400" b="1">
                <a:solidFill>
                  <a:srgbClr val="FF0000"/>
                </a:solidFill>
              </a:rPr>
              <a:t>April – Building</a:t>
            </a:r>
          </a:p>
          <a:p>
            <a:r>
              <a:rPr lang="en-GB" sz="4000"/>
              <a:t>Backend deployment, dashboard, appointments, chatbot</a:t>
            </a:r>
          </a:p>
          <a:p>
            <a:endParaRPr lang="en-GB" sz="4400"/>
          </a:p>
          <a:p>
            <a:r>
              <a:rPr lang="en-AU" sz="4400" b="1">
                <a:solidFill>
                  <a:srgbClr val="FF0000"/>
                </a:solidFill>
              </a:rPr>
              <a:t>🎯 </a:t>
            </a:r>
            <a:r>
              <a:rPr lang="en-GB" sz="4400" b="1">
                <a:solidFill>
                  <a:srgbClr val="FF0000"/>
                </a:solidFill>
              </a:rPr>
              <a:t>May – Finishing Touches and Integration</a:t>
            </a:r>
          </a:p>
          <a:p>
            <a:r>
              <a:rPr lang="en-GB" sz="4000"/>
              <a:t>Locations, 3D models, live chat, function integration, news, styling finalisation</a:t>
            </a:r>
            <a:endParaRPr lang="en-GB" sz="4000">
              <a:solidFill>
                <a:srgbClr val="FF0000"/>
              </a:solidFill>
            </a:endParaRPr>
          </a:p>
          <a:p>
            <a:pPr marL="685800" indent="-685800">
              <a:buFont typeface="Arial"/>
              <a:buChar char="•"/>
            </a:pPr>
            <a:endParaRPr lang="en-GB" sz="5400">
              <a:solidFill>
                <a:srgbClr val="FF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GB" sz="540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GB" sz="5400"/>
          </a:p>
          <a:p>
            <a:endParaRPr lang="en-GB" sz="5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452CB-619C-432F-BBF0-CB18CB93013A}"/>
              </a:ext>
            </a:extLst>
          </p:cNvPr>
          <p:cNvSpPr txBox="1"/>
          <p:nvPr/>
        </p:nvSpPr>
        <p:spPr>
          <a:xfrm>
            <a:off x="13057533" y="3788565"/>
            <a:ext cx="8958846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Our Difference </a:t>
            </a:r>
            <a:r>
              <a:rPr lang="en-AU" sz="2800">
                <a:solidFill>
                  <a:srgbClr val="FF0000"/>
                </a:solidFill>
              </a:rPr>
              <a:t>⚡</a:t>
            </a:r>
            <a:endParaRPr lang="en-US" sz="2800">
              <a:solidFill>
                <a:srgbClr val="FF0000"/>
              </a:solidFill>
            </a:endParaRPr>
          </a:p>
          <a:p>
            <a:endParaRPr lang="en-US" sz="2800"/>
          </a:p>
          <a:p>
            <a:r>
              <a:rPr lang="en-US" sz="3200"/>
              <a:t>Our projects differentiates itself from the competition thanks to its </a:t>
            </a:r>
            <a:r>
              <a:rPr lang="en-US" sz="3200" b="1"/>
              <a:t>intuitive</a:t>
            </a:r>
            <a:r>
              <a:rPr lang="en-US" sz="3200"/>
              <a:t> and </a:t>
            </a:r>
            <a:r>
              <a:rPr lang="en-US" sz="3200" b="1"/>
              <a:t>user-friendly interface</a:t>
            </a:r>
            <a:r>
              <a:rPr lang="en-US" sz="3200"/>
              <a:t> and </a:t>
            </a:r>
            <a:r>
              <a:rPr lang="en-US" sz="3200" b="1"/>
              <a:t>design-thinking</a:t>
            </a:r>
            <a:r>
              <a:rPr lang="en-US" sz="3200"/>
              <a:t> ideology.</a:t>
            </a:r>
          </a:p>
          <a:p>
            <a:r>
              <a:rPr lang="en-US" sz="3200"/>
              <a:t>We have developed our laser focused on user needs application in our current global landscape.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DF9D4-2281-4B70-A0B0-0DC4C4D99F79}"/>
              </a:ext>
            </a:extLst>
          </p:cNvPr>
          <p:cNvSpPr txBox="1"/>
          <p:nvPr/>
        </p:nvSpPr>
        <p:spPr>
          <a:xfrm>
            <a:off x="13057533" y="7439162"/>
            <a:ext cx="9278967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Moving Forward </a:t>
            </a:r>
            <a:r>
              <a:rPr lang="en-AU" sz="2800">
                <a:solidFill>
                  <a:srgbClr val="FF0000"/>
                </a:solidFill>
              </a:rPr>
              <a:t>▶</a:t>
            </a:r>
            <a:endParaRPr lang="en-US" sz="2800">
              <a:solidFill>
                <a:srgbClr val="FF0000"/>
              </a:solidFill>
            </a:endParaRPr>
          </a:p>
          <a:p>
            <a:endParaRPr lang="en-US" sz="2800"/>
          </a:p>
          <a:p>
            <a:r>
              <a:rPr lang="en-US" sz="3200"/>
              <a:t>We would remove hazards in </a:t>
            </a:r>
            <a:r>
              <a:rPr lang="en-US" sz="3200" b="1"/>
              <a:t>user safety </a:t>
            </a:r>
            <a:r>
              <a:rPr lang="en-US" sz="3200"/>
              <a:t>by collaborating with the </a:t>
            </a:r>
            <a:r>
              <a:rPr lang="en-US" sz="3200" b="1"/>
              <a:t>NSW government </a:t>
            </a:r>
            <a:r>
              <a:rPr lang="en-US" sz="3200"/>
              <a:t>to ensure that medical and safety regulations are followed in accordance with statewide procedures. </a:t>
            </a:r>
            <a:r>
              <a:rPr lang="en-US" sz="3200" b="1"/>
              <a:t>Increased security </a:t>
            </a:r>
            <a:r>
              <a:rPr lang="en-US" sz="3200"/>
              <a:t>on the backend will help us partner with </a:t>
            </a:r>
            <a:r>
              <a:rPr lang="en-US" sz="3200" b="1"/>
              <a:t>government </a:t>
            </a:r>
            <a:r>
              <a:rPr lang="en-US" sz="3200" b="1" err="1"/>
              <a:t>organisations</a:t>
            </a:r>
            <a:r>
              <a:rPr lang="en-US" sz="3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3578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35245" y="7057084"/>
            <a:ext cx="172730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24381803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8952"/>
            <a:ext cx="24382412" cy="821188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69542" y="1934334"/>
            <a:ext cx="8302072" cy="4749032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>
              <a:lnSpc>
                <a:spcPct val="90000"/>
              </a:lnSpc>
              <a:tabLst>
                <a:tab pos="2841625" algn="l"/>
              </a:tabLst>
            </a:pPr>
            <a:r>
              <a:rPr lang="en-US" sz="9600">
                <a:solidFill>
                  <a:schemeClr val="tx1"/>
                </a:solidFill>
              </a:rPr>
              <a:t>Thank YOU! ANY Questions ❔</a:t>
            </a:r>
          </a:p>
        </p:txBody>
      </p:sp>
      <p:pic>
        <p:nvPicPr>
          <p:cNvPr id="6" name="Graphic 5" descr="Questions">
            <a:extLst>
              <a:ext uri="{FF2B5EF4-FFF2-40B4-BE49-F238E27FC236}">
                <a16:creationId xmlns:a16="http://schemas.microsoft.com/office/drawing/2014/main" id="{E325DCFB-4FA4-4F1B-A620-A53D727C0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9267" y="1611166"/>
            <a:ext cx="9321524" cy="9321524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158437" y="7052992"/>
            <a:ext cx="82993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2252960"/>
            <a:ext cx="24382412" cy="14859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256826"/>
            <a:ext cx="24382412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2773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7EE2F8262AFB478073D86AD6F8ABE5" ma:contentTypeVersion="4" ma:contentTypeDescription="Create a new document." ma:contentTypeScope="" ma:versionID="c268ff4870edf2aaa0b6b55f178f2430">
  <xsd:schema xmlns:xsd="http://www.w3.org/2001/XMLSchema" xmlns:xs="http://www.w3.org/2001/XMLSchema" xmlns:p="http://schemas.microsoft.com/office/2006/metadata/properties" xmlns:ns2="53fcc737-d553-4061-9d08-2dbfd7d5f93d" targetNamespace="http://schemas.microsoft.com/office/2006/metadata/properties" ma:root="true" ma:fieldsID="0891cdd22606e5adfd4670ff1ef844ac" ns2:_="">
    <xsd:import namespace="53fcc737-d553-4061-9d08-2dbfd7d5f9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fcc737-d553-4061-9d08-2dbfd7d5f9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EF4CE1-B974-4016-BB17-FCE1DB8445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42EEB3-23A1-4B4A-A2A8-4090FD7F472B}">
  <ds:schemaRefs>
    <ds:schemaRef ds:uri="53fcc737-d553-4061-9d08-2dbfd7d5f93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1CCBE2-8B9E-4644-B5A4-DC261EE23814}">
  <ds:schemaRefs>
    <ds:schemaRef ds:uri="53fcc737-d553-4061-9d08-2dbfd7d5f93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14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Gallery</vt:lpstr>
      <vt:lpstr>Studio 3B Product Assessment 💯 </vt:lpstr>
      <vt:lpstr>The Problem ❗</vt:lpstr>
      <vt:lpstr>Research and Users’ Needs 👨‍🔬</vt:lpstr>
      <vt:lpstr>Comparisons or Differences 🕶 </vt:lpstr>
      <vt:lpstr>Project Scope 🔭</vt:lpstr>
      <vt:lpstr>Leveraged Technologies 💻</vt:lpstr>
      <vt:lpstr>Software Overview 🗺 </vt:lpstr>
      <vt:lpstr>Software Architecture 👷‍♂️</vt:lpstr>
      <vt:lpstr>Top features 🤩</vt:lpstr>
      <vt:lpstr>Next Steps 💡</vt:lpstr>
      <vt:lpstr>Next Steps 💡  </vt:lpstr>
      <vt:lpstr>Teamwork review 😎</vt:lpstr>
      <vt:lpstr>Project Timeline Review ⏳</vt:lpstr>
      <vt:lpstr>Thank YOU! ANY Questions 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Studio 1A</dc:title>
  <cp:revision>1</cp:revision>
  <cp:lastPrinted>2019-03-26T00:47:01Z</cp:lastPrinted>
  <dcterms:modified xsi:type="dcterms:W3CDTF">2021-05-16T13:31:14Z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4f0713-8a76-46fc-9033-3e1b6c45971d_Enabled">
    <vt:lpwstr>true</vt:lpwstr>
  </property>
  <property fmtid="{D5CDD505-2E9C-101B-9397-08002B2CF9AE}" pid="3" name="MSIP_Label_ba4f0713-8a76-46fc-9033-3e1b6c45971d_SetDate">
    <vt:lpwstr>2021-05-03T06:18:16Z</vt:lpwstr>
  </property>
  <property fmtid="{D5CDD505-2E9C-101B-9397-08002B2CF9AE}" pid="4" name="MSIP_Label_ba4f0713-8a76-46fc-9033-3e1b6c45971d_Method">
    <vt:lpwstr>Privileged</vt:lpwstr>
  </property>
  <property fmtid="{D5CDD505-2E9C-101B-9397-08002B2CF9AE}" pid="5" name="MSIP_Label_ba4f0713-8a76-46fc-9033-3e1b6c45971d_Name">
    <vt:lpwstr>UTS-Public</vt:lpwstr>
  </property>
  <property fmtid="{D5CDD505-2E9C-101B-9397-08002B2CF9AE}" pid="6" name="MSIP_Label_ba4f0713-8a76-46fc-9033-3e1b6c45971d_SiteId">
    <vt:lpwstr>e8911c26-cf9f-4a9c-878e-527807be8791</vt:lpwstr>
  </property>
  <property fmtid="{D5CDD505-2E9C-101B-9397-08002B2CF9AE}" pid="7" name="MSIP_Label_ba4f0713-8a76-46fc-9033-3e1b6c45971d_ActionId">
    <vt:lpwstr>a7c4b038-3317-4c88-bb78-51bda3f11514</vt:lpwstr>
  </property>
  <property fmtid="{D5CDD505-2E9C-101B-9397-08002B2CF9AE}" pid="8" name="MSIP_Label_ba4f0713-8a76-46fc-9033-3e1b6c45971d_ContentBits">
    <vt:lpwstr>0</vt:lpwstr>
  </property>
  <property fmtid="{D5CDD505-2E9C-101B-9397-08002B2CF9AE}" pid="9" name="ContentTypeId">
    <vt:lpwstr>0x0101000C7EE2F8262AFB478073D86AD6F8ABE5</vt:lpwstr>
  </property>
</Properties>
</file>